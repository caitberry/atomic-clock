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595"/>
  </p:normalViewPr>
  <p:slideViewPr>
    <p:cSldViewPr snapToGrid="0">
      <p:cViewPr>
        <p:scale>
          <a:sx n="110" d="100"/>
          <a:sy n="110" d="100"/>
        </p:scale>
        <p:origin x="149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B7BC-A74E-B4D9-68FF-86283A5FB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B85BC-DC1F-68DD-272C-E5B62DD84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CC99B-262C-6888-3310-10274AA8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0074F-F093-544D-6066-D7061527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60749-DD11-C03A-99C9-91E104E2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7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BF75-F312-0470-9D18-3633566F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6FEA4-3D5A-ECA8-83CE-F30AB139B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D21BF-97AD-08F8-3DFB-9D189E02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50236-6536-23F0-98F9-69F68E34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C960A-9782-CCFB-675E-C117DCA4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2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455C-635C-0126-E9C2-6C9B7572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A6FE7-D1C5-D299-AB3A-7FA5AA334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EC85A-87B1-4205-5A22-A29AC603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FBF94-7289-1F03-CA0D-F0F87BC6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DE0CC-07E6-34E9-958B-C385B808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8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A7E6-2A6D-7BF5-DD33-2FE4C85D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2CCF-3638-7155-A442-730A22A1D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7C7B5-0BC7-44A8-308E-008CBC4AB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D0EDE-6334-9892-CA73-F6722D38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D3FAE-BA63-8499-06D1-60918C82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49E0F-E130-ABAB-95E2-F74474C9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A4B0-5CCE-12C5-F85D-0980399F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C64B3-8FD3-3B7F-BBE9-D13789864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81781-449F-1DA1-2E56-7EF94E5B8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B9E10-43B8-6927-9A44-FA2E6F87D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0A7DB-6C11-913A-F134-916478AE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B8AE1-48E7-03D8-3D97-E85D58E3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98686-E8DD-3875-CC60-FA753170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CAFF0-9F20-FEE8-9248-F664821F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9020-D7B6-A932-9E6C-28E6A36E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26C02-7052-A4DD-5085-55862B67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98D21-6B73-9A58-7BF3-F7C688FF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C2C7-AC38-EE1A-2A73-44F58255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2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33E80-953F-C309-0291-925BF7E9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0DA2-A5A3-BBC7-A8DD-3218D327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8BD6D-53D1-1C3B-9C9B-F1ED62BF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9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EC1E-CEC6-2294-E6D7-AF9E5249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243F-82B4-E108-B4C5-E433AC1D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9AC52-D950-98CA-E57F-29DB34ED6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F6DBD-4EBD-8184-9481-DC3768F5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8BFDA-498F-68A9-5971-2ED8509E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513B6-C031-20B7-6DB3-37D2974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1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097F-28D2-EBC8-9640-872530F8F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BB7EC-A4BF-8526-BE3A-EBC6742E0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6145C-D779-3DCA-C170-9FD1D63E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C318-631B-3539-1BF1-404C6BBC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F9FF8-52D1-E13E-F2A0-960C6052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3B20D-178A-F75B-3C2C-E2EE7C2A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6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26B6-4742-5891-5F5E-E02074E4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0F47F-362C-64B9-FD3E-3755B523F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BAEC5-5E64-220B-B428-EB757072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3A5F-D041-A6A7-F234-9D749AC8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BFF24-5AC6-FB7E-3B9A-D166A575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04D50-E8D1-D577-6EBF-270997F82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13194-8DAB-8454-6DD9-FA4084B07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BFD5-D927-30AA-9B4D-D6DE192D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9E4E2-F594-A75B-BB7F-A543FA13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EB05F-4C4E-4213-7636-04032F65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6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0549C-B731-3CC9-90EE-813C267F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DAF2F-204C-0359-CED2-8A470E808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CFBE8-9398-4245-EC21-CA50FD38E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3D7C4-EBA5-9D42-9115-3F3D0A944E0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1362-CD42-84D0-B913-34670CE66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8E840-03A1-DB4D-0FB7-9EA52636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D4657-A465-E640-9039-230543FF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4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B29246-FA0C-21E9-93FA-BB0C4D7084D5}"/>
              </a:ext>
            </a:extLst>
          </p:cNvPr>
          <p:cNvCxnSpPr>
            <a:cxnSpLocks/>
          </p:cNvCxnSpPr>
          <p:nvPr/>
        </p:nvCxnSpPr>
        <p:spPr>
          <a:xfrm>
            <a:off x="2054578" y="1332089"/>
            <a:ext cx="0" cy="3756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81E2BB-9605-96EB-C4CB-2BB47B5333F2}"/>
              </a:ext>
            </a:extLst>
          </p:cNvPr>
          <p:cNvGrpSpPr/>
          <p:nvPr/>
        </p:nvGrpSpPr>
        <p:grpSpPr>
          <a:xfrm>
            <a:off x="2404491" y="1625602"/>
            <a:ext cx="127000" cy="1049866"/>
            <a:chOff x="2700867" y="1608667"/>
            <a:chExt cx="127000" cy="10498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A1553C-AD4E-64C9-0F6F-F810E97C454D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EA54A5-94EC-64B0-2822-C49C83E4D056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675C9A-336B-8D11-67B5-7F77C6D36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EE6922-1BD6-D598-B05B-F5A0A0F7CA15}"/>
              </a:ext>
            </a:extLst>
          </p:cNvPr>
          <p:cNvGrpSpPr/>
          <p:nvPr/>
        </p:nvGrpSpPr>
        <p:grpSpPr>
          <a:xfrm>
            <a:off x="2938903" y="3200402"/>
            <a:ext cx="127000" cy="1049866"/>
            <a:chOff x="2700867" y="1608667"/>
            <a:chExt cx="127000" cy="10498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CBE9A4-7466-680A-BAFF-54F4A346787D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CADB056-85E7-D783-CC37-40D1C93C5D03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590C4B-AF52-C4FF-06A8-8BECC30E2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079067-343E-26AA-30E9-7C23ABADC3FD}"/>
              </a:ext>
            </a:extLst>
          </p:cNvPr>
          <p:cNvGrpSpPr/>
          <p:nvPr/>
        </p:nvGrpSpPr>
        <p:grpSpPr>
          <a:xfrm>
            <a:off x="3473315" y="1989670"/>
            <a:ext cx="127000" cy="1049866"/>
            <a:chOff x="2700867" y="1608667"/>
            <a:chExt cx="127000" cy="104986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250FC13-9014-AEF8-2733-277EA3D9D5AE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D2D0A5-FAE0-359E-D37E-98F5E9FBD22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96FE48-7776-B19C-9595-3EB3C56BD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CF9B13D-ADEE-36B5-A770-09747EAB1F04}"/>
              </a:ext>
            </a:extLst>
          </p:cNvPr>
          <p:cNvGrpSpPr/>
          <p:nvPr/>
        </p:nvGrpSpPr>
        <p:grpSpPr>
          <a:xfrm>
            <a:off x="4542139" y="3987801"/>
            <a:ext cx="127000" cy="1049866"/>
            <a:chOff x="2700867" y="1608667"/>
            <a:chExt cx="127000" cy="104986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3227A9-ED63-C352-5FAB-AD4668ED97FA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083123-7388-FB07-3C23-CD5EACCECBF4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A3C310-9ECE-B66A-931A-C76355CD8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52390E-7DE8-9F3D-6E24-B01686810EFE}"/>
              </a:ext>
            </a:extLst>
          </p:cNvPr>
          <p:cNvGrpSpPr/>
          <p:nvPr/>
        </p:nvGrpSpPr>
        <p:grpSpPr>
          <a:xfrm>
            <a:off x="5076551" y="1320802"/>
            <a:ext cx="127000" cy="1049866"/>
            <a:chOff x="2700867" y="1608667"/>
            <a:chExt cx="127000" cy="104986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BE3417-F096-0191-044A-C852EE2F6654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F79649A-FF4C-3043-4EEC-842E951FEBA8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1EC71AD-9D7C-5609-E55A-863211381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B3BFE3-C740-111D-2BDB-EB6D5B245200}"/>
              </a:ext>
            </a:extLst>
          </p:cNvPr>
          <p:cNvGrpSpPr/>
          <p:nvPr/>
        </p:nvGrpSpPr>
        <p:grpSpPr>
          <a:xfrm>
            <a:off x="4007727" y="3657600"/>
            <a:ext cx="127000" cy="1049866"/>
            <a:chOff x="2700867" y="1608667"/>
            <a:chExt cx="127000" cy="104986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CB69E14-FE6A-814D-5365-3B0A1533E42B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CF33F-A87A-72F5-6CD3-251EDC77D91F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CC000CD-6DE2-9FD3-F68C-8C922B55A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50CEEC-301A-F950-4225-94ECC63A5FF1}"/>
              </a:ext>
            </a:extLst>
          </p:cNvPr>
          <p:cNvGrpSpPr/>
          <p:nvPr/>
        </p:nvGrpSpPr>
        <p:grpSpPr>
          <a:xfrm>
            <a:off x="7530254" y="2387601"/>
            <a:ext cx="127000" cy="1049866"/>
            <a:chOff x="2700867" y="1608667"/>
            <a:chExt cx="127000" cy="104986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4C7702-A790-2E96-EA8D-89CCEFCEFEC2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CE8800F-9088-8720-4D7B-24794068347B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BCDE0B0-24BB-D267-F84C-0D1C27195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90FEC4-EED7-A65B-2619-5F05486F63BE}"/>
              </a:ext>
            </a:extLst>
          </p:cNvPr>
          <p:cNvGrpSpPr/>
          <p:nvPr/>
        </p:nvGrpSpPr>
        <p:grpSpPr>
          <a:xfrm>
            <a:off x="8058771" y="2760134"/>
            <a:ext cx="127000" cy="1049866"/>
            <a:chOff x="2700867" y="1608667"/>
            <a:chExt cx="127000" cy="104986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187DF13-BA5B-3F48-AB87-61CADA5BE84B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B2EA58E-61A1-CBC3-E4AA-2F720E785A6A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898272B-B900-355A-7508-B496F3A8B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47E75F-0987-F15D-37C8-C0D563D40FEC}"/>
              </a:ext>
            </a:extLst>
          </p:cNvPr>
          <p:cNvGrpSpPr/>
          <p:nvPr/>
        </p:nvGrpSpPr>
        <p:grpSpPr>
          <a:xfrm>
            <a:off x="8587288" y="2099734"/>
            <a:ext cx="127000" cy="1049866"/>
            <a:chOff x="2700867" y="1608667"/>
            <a:chExt cx="127000" cy="104986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CA4CCE-3329-6BFF-FA4C-9B4F5F5FD68C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01FC191-753A-A532-5FF3-A6CF5C0D34F6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E3A669B-DF7A-ABDB-44D6-9DA930A52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1224104-3CCC-447F-C80C-9E8ECE499604}"/>
              </a:ext>
            </a:extLst>
          </p:cNvPr>
          <p:cNvGrpSpPr/>
          <p:nvPr/>
        </p:nvGrpSpPr>
        <p:grpSpPr>
          <a:xfrm>
            <a:off x="9644322" y="2556934"/>
            <a:ext cx="127000" cy="1049866"/>
            <a:chOff x="2700867" y="1608667"/>
            <a:chExt cx="127000" cy="104986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39AEEFF-BC9E-998A-F1BA-E8B4C6FE5111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5DA83A-A86D-FB63-5F47-573810E6FA6F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BA0249E-E915-86BE-C848-B546F09C9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648F797-A224-3AC6-152D-73EAF4168F1A}"/>
              </a:ext>
            </a:extLst>
          </p:cNvPr>
          <p:cNvGrpSpPr/>
          <p:nvPr/>
        </p:nvGrpSpPr>
        <p:grpSpPr>
          <a:xfrm>
            <a:off x="10172838" y="2607734"/>
            <a:ext cx="127000" cy="1049866"/>
            <a:chOff x="2700867" y="1608667"/>
            <a:chExt cx="127000" cy="10498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60850B2-555D-12A5-2D82-1B50CD26EE0D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010C982-FA20-8AAF-78BE-5CCE399B3BB3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C08E06A-8897-9A9C-9193-3969AB1D7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A6DB9EF-AB70-6EF7-6F0C-F07761305AC8}"/>
              </a:ext>
            </a:extLst>
          </p:cNvPr>
          <p:cNvGrpSpPr/>
          <p:nvPr/>
        </p:nvGrpSpPr>
        <p:grpSpPr>
          <a:xfrm>
            <a:off x="9115805" y="3048002"/>
            <a:ext cx="127000" cy="1049866"/>
            <a:chOff x="2700867" y="1608667"/>
            <a:chExt cx="127000" cy="104986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36E85D-FA6C-3953-811A-7EF698505614}"/>
                </a:ext>
              </a:extLst>
            </p:cNvPr>
            <p:cNvSpPr/>
            <p:nvPr/>
          </p:nvSpPr>
          <p:spPr>
            <a:xfrm>
              <a:off x="2700867" y="1913467"/>
              <a:ext cx="127000" cy="44026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A00F90-047E-8CE7-F78B-671EB9E16437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V="1">
              <a:off x="2764367" y="1608667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43C83A-FBAC-2037-2A2B-7B48A9D1BD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4367" y="2353733"/>
              <a:ext cx="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C357AD-25C9-D572-A51F-54FB60D0F3F0}"/>
              </a:ext>
            </a:extLst>
          </p:cNvPr>
          <p:cNvCxnSpPr>
            <a:cxnSpLocks/>
          </p:cNvCxnSpPr>
          <p:nvPr/>
        </p:nvCxnSpPr>
        <p:spPr>
          <a:xfrm>
            <a:off x="7168445" y="1281289"/>
            <a:ext cx="0" cy="3756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EDE7A8E-3EB5-9225-5C3A-43D3A4B133D8}"/>
              </a:ext>
            </a:extLst>
          </p:cNvPr>
          <p:cNvCxnSpPr>
            <a:cxnSpLocks/>
          </p:cNvCxnSpPr>
          <p:nvPr/>
        </p:nvCxnSpPr>
        <p:spPr>
          <a:xfrm flipH="1">
            <a:off x="2054578" y="5088467"/>
            <a:ext cx="3660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E0BDE2-9B8B-B1EA-BE94-B173105DE1AA}"/>
              </a:ext>
            </a:extLst>
          </p:cNvPr>
          <p:cNvCxnSpPr>
            <a:cxnSpLocks/>
          </p:cNvCxnSpPr>
          <p:nvPr/>
        </p:nvCxnSpPr>
        <p:spPr>
          <a:xfrm flipH="1">
            <a:off x="7168445" y="5037667"/>
            <a:ext cx="3660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AF1CA5E-FBB1-F849-88CA-4F7AC339A652}"/>
              </a:ext>
            </a:extLst>
          </p:cNvPr>
          <p:cNvSpPr txBox="1"/>
          <p:nvPr/>
        </p:nvSpPr>
        <p:spPr>
          <a:xfrm>
            <a:off x="3002403" y="518480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110C9E-3EB0-FAF7-C28E-187183D3DB46}"/>
              </a:ext>
            </a:extLst>
          </p:cNvPr>
          <p:cNvSpPr txBox="1"/>
          <p:nvPr/>
        </p:nvSpPr>
        <p:spPr>
          <a:xfrm>
            <a:off x="8185771" y="50969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A615EE-9A70-2093-ACDF-C1F896248AAC}"/>
              </a:ext>
            </a:extLst>
          </p:cNvPr>
          <p:cNvSpPr txBox="1"/>
          <p:nvPr/>
        </p:nvSpPr>
        <p:spPr>
          <a:xfrm rot="16200000">
            <a:off x="5004009" y="2963524"/>
            <a:ext cx="375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Consistent Measurements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920A27-ACA1-06E9-0BA7-9555C2E99493}"/>
              </a:ext>
            </a:extLst>
          </p:cNvPr>
          <p:cNvSpPr txBox="1"/>
          <p:nvPr/>
        </p:nvSpPr>
        <p:spPr>
          <a:xfrm rot="16200000">
            <a:off x="-119566" y="3105013"/>
            <a:ext cx="375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Inconsistent Measurements</a:t>
            </a:r>
          </a:p>
        </p:txBody>
      </p:sp>
    </p:spTree>
    <p:extLst>
      <p:ext uri="{BB962C8B-B14F-4D97-AF65-F5344CB8AC3E}">
        <p14:creationId xmlns:p14="http://schemas.microsoft.com/office/powerpoint/2010/main" val="675289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8182-A37A-3568-AC0D-C2D2F0AB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EC1B99-5D08-E652-D2DC-066ADDEA3389}"/>
              </a:ext>
            </a:extLst>
          </p:cNvPr>
          <p:cNvCxnSpPr>
            <a:cxnSpLocks/>
          </p:cNvCxnSpPr>
          <p:nvPr/>
        </p:nvCxnSpPr>
        <p:spPr>
          <a:xfrm>
            <a:off x="2054578" y="1332089"/>
            <a:ext cx="0" cy="3756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F86D77-2C55-1F50-DD4C-F589E68E1F9D}"/>
              </a:ext>
            </a:extLst>
          </p:cNvPr>
          <p:cNvCxnSpPr>
            <a:cxnSpLocks/>
          </p:cNvCxnSpPr>
          <p:nvPr/>
        </p:nvCxnSpPr>
        <p:spPr>
          <a:xfrm>
            <a:off x="7168445" y="1281289"/>
            <a:ext cx="0" cy="3756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4BC7948-6D08-0C10-B0F7-6A5445516E48}"/>
              </a:ext>
            </a:extLst>
          </p:cNvPr>
          <p:cNvCxnSpPr>
            <a:cxnSpLocks/>
          </p:cNvCxnSpPr>
          <p:nvPr/>
        </p:nvCxnSpPr>
        <p:spPr>
          <a:xfrm flipH="1">
            <a:off x="2054578" y="5088467"/>
            <a:ext cx="3660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FC0608-E37F-85E4-9989-777450C4C996}"/>
              </a:ext>
            </a:extLst>
          </p:cNvPr>
          <p:cNvCxnSpPr>
            <a:cxnSpLocks/>
          </p:cNvCxnSpPr>
          <p:nvPr/>
        </p:nvCxnSpPr>
        <p:spPr>
          <a:xfrm flipH="1">
            <a:off x="7168445" y="5037667"/>
            <a:ext cx="3660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910ED46-1166-8D6B-336C-D0CD361C4022}"/>
              </a:ext>
            </a:extLst>
          </p:cNvPr>
          <p:cNvSpPr txBox="1"/>
          <p:nvPr/>
        </p:nvSpPr>
        <p:spPr>
          <a:xfrm>
            <a:off x="3002403" y="518480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203109-9397-4769-6F5B-D97A077CE2F4}"/>
              </a:ext>
            </a:extLst>
          </p:cNvPr>
          <p:cNvSpPr txBox="1"/>
          <p:nvPr/>
        </p:nvSpPr>
        <p:spPr>
          <a:xfrm>
            <a:off x="8253421" y="518055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4F6C2C-8DB6-68B6-6026-438940C0A641}"/>
              </a:ext>
            </a:extLst>
          </p:cNvPr>
          <p:cNvSpPr txBox="1"/>
          <p:nvPr/>
        </p:nvSpPr>
        <p:spPr>
          <a:xfrm rot="16200000">
            <a:off x="5004009" y="2963524"/>
            <a:ext cx="375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Consistent Measurements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CFC500-5B55-F2A6-BAA7-D8B2678F80D1}"/>
              </a:ext>
            </a:extLst>
          </p:cNvPr>
          <p:cNvSpPr txBox="1"/>
          <p:nvPr/>
        </p:nvSpPr>
        <p:spPr>
          <a:xfrm rot="16200000">
            <a:off x="-119566" y="3105013"/>
            <a:ext cx="375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Inconsistent Measurements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B31A594-54CF-C67A-AC9D-8008C7BA4851}"/>
              </a:ext>
            </a:extLst>
          </p:cNvPr>
          <p:cNvGrpSpPr/>
          <p:nvPr/>
        </p:nvGrpSpPr>
        <p:grpSpPr>
          <a:xfrm>
            <a:off x="9122101" y="2619433"/>
            <a:ext cx="91440" cy="274320"/>
            <a:chOff x="2432903" y="1989670"/>
            <a:chExt cx="91440" cy="549746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23E0435-5EBF-4F8A-21E7-4A673380B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0A6CB7C-CA4D-BD68-AB26-A643F8DCDE72}"/>
                </a:ext>
              </a:extLst>
            </p:cNvPr>
            <p:cNvSpPr/>
            <p:nvPr/>
          </p:nvSpPr>
          <p:spPr>
            <a:xfrm>
              <a:off x="2432903" y="2172919"/>
              <a:ext cx="91440" cy="18324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22DD812-C529-7DDA-C4EF-BF04F1D220A2}"/>
              </a:ext>
            </a:extLst>
          </p:cNvPr>
          <p:cNvGrpSpPr/>
          <p:nvPr/>
        </p:nvGrpSpPr>
        <p:grpSpPr>
          <a:xfrm>
            <a:off x="9810067" y="2353049"/>
            <a:ext cx="91440" cy="640080"/>
            <a:chOff x="2432903" y="1989670"/>
            <a:chExt cx="91440" cy="549746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A61AAF9-85AB-BD97-504F-FCC6AFD1A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D35FDC1-4ACD-46A8-355B-372DF048F7DC}"/>
                </a:ext>
              </a:extLst>
            </p:cNvPr>
            <p:cNvSpPr/>
            <p:nvPr/>
          </p:nvSpPr>
          <p:spPr>
            <a:xfrm>
              <a:off x="2432903" y="2225275"/>
              <a:ext cx="91440" cy="7853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60CB208-0994-5860-EDD2-90479E16B181}"/>
              </a:ext>
            </a:extLst>
          </p:cNvPr>
          <p:cNvGrpSpPr/>
          <p:nvPr/>
        </p:nvGrpSpPr>
        <p:grpSpPr>
          <a:xfrm>
            <a:off x="8434135" y="2770774"/>
            <a:ext cx="91440" cy="822960"/>
            <a:chOff x="2431483" y="1989670"/>
            <a:chExt cx="91440" cy="822960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7BEE8CC-292A-9049-3591-8D9FCD5739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8229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B71736D-C51D-01F6-C8E8-2F253E9B236A}"/>
                </a:ext>
              </a:extLst>
            </p:cNvPr>
            <p:cNvSpPr/>
            <p:nvPr/>
          </p:nvSpPr>
          <p:spPr>
            <a:xfrm>
              <a:off x="2431483" y="2348767"/>
              <a:ext cx="91440" cy="914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BE1E4E4-4EE2-C658-4242-935C9AB35AD0}"/>
              </a:ext>
            </a:extLst>
          </p:cNvPr>
          <p:cNvGrpSpPr/>
          <p:nvPr/>
        </p:nvGrpSpPr>
        <p:grpSpPr>
          <a:xfrm>
            <a:off x="7746169" y="2721266"/>
            <a:ext cx="91440" cy="411480"/>
            <a:chOff x="2432903" y="1989670"/>
            <a:chExt cx="91440" cy="549746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9E93A06-3BB0-619F-DF25-384D9B4BF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7225FF3-CC5C-E35A-CCF7-C9AB260D938E}"/>
                </a:ext>
              </a:extLst>
            </p:cNvPr>
            <p:cNvSpPr/>
            <p:nvPr/>
          </p:nvSpPr>
          <p:spPr>
            <a:xfrm>
              <a:off x="2432903" y="2211886"/>
              <a:ext cx="91440" cy="1221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45AC916-52D6-7176-44AB-F6B390E0C212}"/>
              </a:ext>
            </a:extLst>
          </p:cNvPr>
          <p:cNvGrpSpPr/>
          <p:nvPr/>
        </p:nvGrpSpPr>
        <p:grpSpPr>
          <a:xfrm>
            <a:off x="10498032" y="2802313"/>
            <a:ext cx="91440" cy="457200"/>
            <a:chOff x="2432903" y="1989670"/>
            <a:chExt cx="91440" cy="549746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E08D483-A78B-2344-2F8E-5D81CA9BA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1670662-D23F-7822-4FE7-93DD644FF627}"/>
                </a:ext>
              </a:extLst>
            </p:cNvPr>
            <p:cNvSpPr/>
            <p:nvPr/>
          </p:nvSpPr>
          <p:spPr>
            <a:xfrm>
              <a:off x="2432903" y="2253029"/>
              <a:ext cx="91440" cy="10994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8CDFE85-00A9-86DA-52D2-2C4F3F5276A3}"/>
              </a:ext>
            </a:extLst>
          </p:cNvPr>
          <p:cNvGrpSpPr/>
          <p:nvPr/>
        </p:nvGrpSpPr>
        <p:grpSpPr>
          <a:xfrm>
            <a:off x="4094879" y="1829545"/>
            <a:ext cx="91440" cy="274320"/>
            <a:chOff x="2432903" y="1989670"/>
            <a:chExt cx="91440" cy="54974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55F3306-6C30-D472-A762-D2E0B0DFA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94A824B6-ED8C-58E7-644C-C708CA7B784A}"/>
                </a:ext>
              </a:extLst>
            </p:cNvPr>
            <p:cNvSpPr/>
            <p:nvPr/>
          </p:nvSpPr>
          <p:spPr>
            <a:xfrm>
              <a:off x="2432903" y="2172919"/>
              <a:ext cx="91440" cy="18324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55E97AE-9487-3A9A-2FBF-849D68DB9861}"/>
              </a:ext>
            </a:extLst>
          </p:cNvPr>
          <p:cNvGrpSpPr/>
          <p:nvPr/>
        </p:nvGrpSpPr>
        <p:grpSpPr>
          <a:xfrm>
            <a:off x="4640092" y="2211855"/>
            <a:ext cx="91440" cy="640080"/>
            <a:chOff x="2432903" y="1989670"/>
            <a:chExt cx="91440" cy="549746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E9C8B69-A0A6-1EFF-9161-DCAB8C4A0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2573F3B-FDF3-3860-38BE-8F91768FA9AA}"/>
                </a:ext>
              </a:extLst>
            </p:cNvPr>
            <p:cNvSpPr/>
            <p:nvPr/>
          </p:nvSpPr>
          <p:spPr>
            <a:xfrm>
              <a:off x="2432903" y="2225275"/>
              <a:ext cx="91440" cy="7853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910E630-DE68-4DFE-3F80-E48363CB8CEB}"/>
              </a:ext>
            </a:extLst>
          </p:cNvPr>
          <p:cNvGrpSpPr/>
          <p:nvPr/>
        </p:nvGrpSpPr>
        <p:grpSpPr>
          <a:xfrm>
            <a:off x="3295712" y="2887593"/>
            <a:ext cx="91440" cy="822960"/>
            <a:chOff x="2431483" y="1989670"/>
            <a:chExt cx="91440" cy="822960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A0D57CC-B045-5E2B-063D-4DCBA596A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8229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48A7817-A314-0A6A-948D-01C4175D8F8F}"/>
                </a:ext>
              </a:extLst>
            </p:cNvPr>
            <p:cNvSpPr/>
            <p:nvPr/>
          </p:nvSpPr>
          <p:spPr>
            <a:xfrm>
              <a:off x="2431483" y="2348767"/>
              <a:ext cx="91440" cy="914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ABE56D0-1B92-C41B-ADE8-97367F8920BB}"/>
              </a:ext>
            </a:extLst>
          </p:cNvPr>
          <p:cNvGrpSpPr/>
          <p:nvPr/>
        </p:nvGrpSpPr>
        <p:grpSpPr>
          <a:xfrm>
            <a:off x="2607746" y="2838085"/>
            <a:ext cx="91440" cy="411480"/>
            <a:chOff x="2432903" y="1989670"/>
            <a:chExt cx="91440" cy="549746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1CF3C21-85AD-89A0-258D-16912809F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FCBE64A-45DB-F535-48C1-8239576FBE2D}"/>
                </a:ext>
              </a:extLst>
            </p:cNvPr>
            <p:cNvSpPr/>
            <p:nvPr/>
          </p:nvSpPr>
          <p:spPr>
            <a:xfrm>
              <a:off x="2432903" y="2211886"/>
              <a:ext cx="91440" cy="1221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7C3E79E-BF7F-7DFC-5E66-7B039EE90920}"/>
              </a:ext>
            </a:extLst>
          </p:cNvPr>
          <p:cNvGrpSpPr/>
          <p:nvPr/>
        </p:nvGrpSpPr>
        <p:grpSpPr>
          <a:xfrm>
            <a:off x="5396206" y="3483216"/>
            <a:ext cx="91440" cy="457200"/>
            <a:chOff x="2432903" y="1989670"/>
            <a:chExt cx="91440" cy="549746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84C5B29-B39E-3846-767C-3A71E8AA89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623" y="1989670"/>
              <a:ext cx="0" cy="5497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E20B542-11B4-49A6-8BA0-5E2D71C84A1D}"/>
                </a:ext>
              </a:extLst>
            </p:cNvPr>
            <p:cNvSpPr/>
            <p:nvPr/>
          </p:nvSpPr>
          <p:spPr>
            <a:xfrm>
              <a:off x="2432903" y="2253029"/>
              <a:ext cx="91440" cy="10994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486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Thornton, Suzanne M. (Assoc)</dc:creator>
  <cp:lastModifiedBy>Thornton, Suzanne M. (Assoc)</cp:lastModifiedBy>
  <cp:revision>3</cp:revision>
  <dcterms:created xsi:type="dcterms:W3CDTF">2026-05-28T15:45:08Z</dcterms:created>
  <dcterms:modified xsi:type="dcterms:W3CDTF">2026-05-28T16:14:44Z</dcterms:modified>
</cp:coreProperties>
</file>
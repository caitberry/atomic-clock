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04_5982EC14.xml" ContentType="application/vnd.ms-powerpoint.comment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modernComment_114_79647F50.xml" ContentType="application/vnd.ms-powerpoint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omments/modernComment_111_CB1D6F5C.xml" ContentType="application/vnd.ms-powerpoint.comments+xml"/>
  <Override PartName="/ppt/notesSlides/notesSlide17.xml" ContentType="application/vnd.openxmlformats-officedocument.presentationml.notesSlide+xml"/>
  <Override PartName="/ppt/comments/modernComment_10B_EE8FFF3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58" r:id="rId5"/>
    <p:sldId id="259" r:id="rId6"/>
    <p:sldId id="260" r:id="rId7"/>
    <p:sldId id="261" r:id="rId8"/>
    <p:sldId id="262" r:id="rId9"/>
    <p:sldId id="263" r:id="rId10"/>
    <p:sldId id="275" r:id="rId11"/>
    <p:sldId id="264" r:id="rId12"/>
    <p:sldId id="276" r:id="rId13"/>
    <p:sldId id="265" r:id="rId14"/>
    <p:sldId id="270" r:id="rId15"/>
    <p:sldId id="272" r:id="rId16"/>
    <p:sldId id="266" r:id="rId17"/>
    <p:sldId id="271" r:id="rId18"/>
    <p:sldId id="274" r:id="rId19"/>
    <p:sldId id="273" r:id="rId20"/>
    <p:sldId id="26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A162E74-5116-28F6-97E4-A8E4386641C5}" name="Thornton, Suzanne M. (Assoc)" initials="ST" userId="S::smt3@NIST.GOV::e23c7050-f6d9-4e72-8749-01e5c29835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9491E"/>
    <a:srgbClr val="5D8B72"/>
    <a:srgbClr val="94A6C8"/>
    <a:srgbClr val="020924"/>
    <a:srgbClr val="5D9577"/>
    <a:srgbClr val="ACC2E5"/>
    <a:srgbClr val="193968"/>
    <a:srgbClr val="C4DCFF"/>
    <a:srgbClr val="20273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40"/>
    <p:restoredTop sz="86331"/>
  </p:normalViewPr>
  <p:slideViewPr>
    <p:cSldViewPr snapToGrid="0" snapToObjects="1" showGuides="1">
      <p:cViewPr>
        <p:scale>
          <a:sx n="108" d="100"/>
          <a:sy n="108" d="100"/>
        </p:scale>
        <p:origin x="704" y="72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66" d="100"/>
        <a:sy n="66" d="100"/>
      </p:scale>
      <p:origin x="0" y="-1459"/>
    </p:cViewPr>
  </p:sorterViewPr>
  <p:notesViewPr>
    <p:cSldViewPr snapToGrid="0" snapToObjects="1">
      <p:cViewPr varScale="1">
        <p:scale>
          <a:sx n="140" d="100"/>
          <a:sy n="140" d="100"/>
        </p:scale>
        <p:origin x="2512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comments/modernComment_10B_EE8FFF3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520B327-8519-4343-BFAF-3000A5058DBC}" authorId="{4A162E74-5116-28F6-97E4-A8E4386641C5}" created="2026-01-16T19:10:58.957">
    <pc:sldMkLst xmlns:pc="http://schemas.microsoft.com/office/powerpoint/2013/main/command">
      <pc:docMk/>
      <pc:sldMk cId="4002414384" sldId="267"/>
    </pc:sldMkLst>
    <p188:txBody>
      <a:bodyPr/>
      <a:lstStyle/>
      <a:p>
        <a:r>
          <a:rPr lang="en-US"/>
          <a:t>for longer day run time, do these various techniques converge (in ave offset and adev values)?</a:t>
        </a:r>
      </a:p>
    </p188:txBody>
  </p188:cm>
  <p188:cm id="{A773F062-560A-D241-8878-9DD7A02B0FE4}" authorId="{4A162E74-5116-28F6-97E4-A8E4386641C5}" created="2026-01-16T19:12:48.311">
    <pc:sldMkLst xmlns:pc="http://schemas.microsoft.com/office/powerpoint/2013/main/command">
      <pc:docMk/>
      <pc:sldMk cId="4002414384" sldId="267"/>
    </pc:sldMkLst>
    <p188:txBody>
      <a:bodyPr/>
      <a:lstStyle/>
      <a:p>
        <a:r>
          <a:rPr lang="en-US"/>
          <a:t>what about comparing the interpolation results to data with various parts removed? experiment with removing data and interpolating. </a:t>
        </a:r>
      </a:p>
    </p188:txBody>
  </p188:cm>
</p188:cmLst>
</file>

<file path=ppt/comments/modernComment_104_5982EC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3620545-B36B-DC49-B08B-88F71C6348D0}" authorId="{4A162E74-5116-28F6-97E4-A8E4386641C5}" created="2026-01-16T19:13:27.083">
    <pc:sldMkLst xmlns:pc="http://schemas.microsoft.com/office/powerpoint/2013/main/command">
      <pc:docMk/>
      <pc:sldMk cId="1501752340" sldId="260"/>
    </pc:sldMkLst>
    <p188:txBody>
      <a:bodyPr/>
      <a:lstStyle/>
      <a:p>
        <a:r>
          <a:rPr lang="en-US"/>
          <a:t>experiment with paired overlapping windows of observation (rather than a window for all three clocks at once).</a:t>
        </a:r>
      </a:p>
    </p188:txBody>
  </p188:cm>
</p188:cmLst>
</file>

<file path=ppt/comments/modernComment_111_CB1D6F5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2316FE3-4978-2842-B352-A2C6C8325302}" authorId="{4A162E74-5116-28F6-97E4-A8E4386641C5}" created="2026-01-16T19:09:22.787">
    <pc:sldMkLst xmlns:pc="http://schemas.microsoft.com/office/powerpoint/2013/main/command">
      <pc:docMk/>
      <pc:sldMk cId="3407703900" sldId="273"/>
    </pc:sldMkLst>
    <p188:txBody>
      <a:bodyPr/>
      <a:lstStyle/>
      <a:p>
        <a:r>
          <a:rPr lang="en-US"/>
          <a:t>Kalman interpolation seems like the outlier technique, large differences in both ave offset and adev</a:t>
        </a:r>
      </a:p>
    </p188:txBody>
  </p188:cm>
</p188:cmLst>
</file>

<file path=ppt/comments/modernComment_114_79647F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C5016A6-6D93-3846-BD39-56B816F5B2F7}" authorId="{4A162E74-5116-28F6-97E4-A8E4386641C5}" created="2026-01-16T19:10:02.066">
    <pc:sldMkLst xmlns:pc="http://schemas.microsoft.com/office/powerpoint/2013/main/command">
      <pc:docMk/>
      <pc:sldMk cId="2036629328" sldId="276"/>
    </pc:sldMkLst>
    <p188:txBody>
      <a:bodyPr/>
      <a:lstStyle/>
      <a:p>
        <a:r>
          <a:rPr lang="en-US"/>
          <a:t>what about mapping high res data into low res (e.g. Sr) instead?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8CF6E1-0A4A-D745-ABA3-2094B2ECBFF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5BA844-DEE4-C746-B0B9-DA9D9D9B4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996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21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0273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5D989-2F69-6335-7578-11D222159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BA4F33-0C4C-CD7F-BB6F-A3F494B49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3237CB-8026-FD72-3159-203D2ACB1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373B45-C398-B3BE-58D0-31942C5BA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059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BD0B5-ECC8-B855-C4EE-A42D4099D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D8F85-1875-457D-B944-C38D547001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1802A6-2B17-ECB3-3FD2-6A279E4EC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90C7D-5F3E-B204-2629-3F196EB880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417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BD228-B406-50F7-CB36-415B3E238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450C15-D783-4DB4-DF7E-14057C493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41E0B7-BC8A-1E50-52C3-4B11B40A5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77415-D863-92A6-31CB-A29601FC80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322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3CE24-2724-AD3B-C103-603C8CB7D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6FF920-E74E-4149-DB73-D396E503D3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6267A1-5B68-FCF6-A41B-31E127737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205035-AF45-9DB9-D84D-EB04EAACA0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9619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02986-6ADB-55A7-2FCA-B1519D99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B358F-CF09-5EB6-47DA-B13CD39F9B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D9A42-D92C-7180-4CE9-35EA9E8A3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16B51F-4F55-B208-D0B0-5FED39BAC8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59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F226F-8397-09C5-8FD6-9B0D0936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A421A5-ADDE-1346-3E73-D1A1D227B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23E08-C747-A4DC-48F3-44C767FF6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7375FF-BE03-BF25-B516-09D6521D88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854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02580-447C-D2FE-0D2A-90036D326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193D6-1703-1B8E-7776-0D08C6FF42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41C45-AA5F-0547-FE84-FFAC0F5F2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854BF6-10A4-0CC3-0FE8-0A20D69AF1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0965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99DF9-D9B5-7046-EB22-0486C9504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4076D0-73B0-6EEF-BA27-5D0CE409C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251CA-0543-CA70-B765-25564412F6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6D8C3-22F2-D53A-D31C-67CFDDC41F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729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E7FD7-DC8F-A11A-080B-455F9B9D2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9EB9B-D652-545C-A819-5A12F357A6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906295-286B-9697-BAD1-9F4117D65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CC372C-2BDD-3CAD-7B52-E4832F1AAD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2372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ACCCF-560D-FBDB-B929-694E39D28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B17FFD-C603-CB74-B073-D18BA5E9E8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F04F5-ABD4-B532-893D-6450D2E438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989D9-A89E-13CB-5CFE-ABA7442F3C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1635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BB9AB-C547-C6E2-270F-1F807819B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49062-5B42-4DEA-E180-6BC01DA81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1005A-12B1-4587-AA80-70348C95A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E1996-5712-9749-0B00-C009114CCC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7216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2527-98C9-42D1-BCF9-AD8D0FCA7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336F98-CEEE-9D5E-4C10-C558CDCF2F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7F55BE-616A-B119-D772-0D4F53F583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67171-059E-391F-8783-CD58EB7BB8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991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FDDEF-A8E3-0708-506F-6814FDAAE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5AC927-1840-F7AC-3D74-EE4975618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BE33AD-C3AA-7E41-C35C-5C3811902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9CC5D-E3DF-D329-1E9A-1CC022B51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9730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E8955-530E-6F4F-7415-9C3EED7F2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013DC4-CD20-9D51-71C7-DFED20CE7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FCBAC7-A917-AD92-9927-4490DF6F7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43467B-D419-B68C-4A9E-BD2C787AAE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652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7DBDE-A904-2C7A-2032-9F94F840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D7963-9FD1-C9F6-7A26-8AD9A4874B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433816-0F3D-84C9-BACA-E60A47F789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5AA72C-DA1A-AB30-D196-7C2AE9EB6C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06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8BE0BDF-0C95-8B49-84ED-905DED0D6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0338"/>
            <a:ext cx="12228755" cy="6878675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D57BFF6-77BE-8442-93ED-FFDC8E161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1575" y="947513"/>
            <a:ext cx="12290612" cy="0"/>
          </a:xfrm>
          <a:prstGeom prst="line">
            <a:avLst/>
          </a:prstGeom>
          <a:ln w="25400">
            <a:solidFill>
              <a:srgbClr val="2754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E794A8F-6352-2B45-86C5-9179E4BBC2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7839" y="1682347"/>
            <a:ext cx="10463809" cy="675323"/>
          </a:xfrm>
        </p:spPr>
        <p:txBody>
          <a:bodyPr anchor="b">
            <a:noAutofit/>
          </a:bodyPr>
          <a:lstStyle>
            <a:lvl1pPr algn="l">
              <a:defRPr sz="60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7B5CE-1A1B-9D41-B8D8-6D06D433A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24CD8-9E63-C64D-B6B8-84B3B064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4E5BB74-2191-4A46-A928-051FD2C6A54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042030" y="6336323"/>
            <a:ext cx="3669323" cy="521677"/>
          </a:xfrm>
        </p:spPr>
        <p:txBody>
          <a:bodyPr/>
          <a:lstStyle>
            <a:lvl1pPr marL="0" indent="0" algn="r">
              <a:buNone/>
              <a:defRPr b="0">
                <a:solidFill>
                  <a:srgbClr val="C4DCFF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2629F26-A907-90AC-57FC-AD23525C6EE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251" y="-208722"/>
            <a:ext cx="6061705" cy="143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243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EF4BE-40B8-144A-9D54-23B78E3AA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B13215-FDAA-154F-967B-CE23C3346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CF5BF-A748-DB47-BF3F-3ADB26A4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7F5AF-E0DF-6E43-A1D7-F5FEFFC7316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29A668-5308-374A-A0F0-7F1E52D01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107C0-9B05-8F45-903D-464476525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71D35-3A4C-544C-8023-6D77DCD91F7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A55C6F-E7F4-A34D-83D6-1B9F5F22E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20675"/>
            <a:ext cx="12228755" cy="687867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1215427-2CB9-7249-AAA0-192D17B2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20675"/>
            <a:ext cx="12228755" cy="968188"/>
          </a:xfrm>
          <a:prstGeom prst="rect">
            <a:avLst/>
          </a:prstGeom>
          <a:solidFill>
            <a:srgbClr val="071525">
              <a:alpha val="3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3799A77-F852-864D-8D2E-6A3FA2BF09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1575" y="947513"/>
            <a:ext cx="12290612" cy="0"/>
          </a:xfrm>
          <a:prstGeom prst="line">
            <a:avLst/>
          </a:prstGeom>
          <a:ln w="25400">
            <a:solidFill>
              <a:srgbClr val="2754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5306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EF4BE-40B8-144A-9D54-23B78E3AA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B13215-FDAA-154F-967B-CE23C3346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CF5BF-A748-DB47-BF3F-3ADB26A4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7F5AF-E0DF-6E43-A1D7-F5FEFFC7316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29A668-5308-374A-A0F0-7F1E52D01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107C0-9B05-8F45-903D-464476525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71D35-3A4C-544C-8023-6D77DCD91F7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A55C6F-E7F4-A34D-83D6-1B9F5F22E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20675"/>
            <a:ext cx="12228755" cy="6878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788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3C90A5-F44E-D742-B74E-CEBB672FE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0" y="1056191"/>
            <a:ext cx="12192000" cy="3939555"/>
          </a:xfrm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6A71C6-160C-1841-90A5-876C4158C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13CE40-C079-EE45-965F-E397E3D91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6F9348-28A0-6945-96CF-85CF0F45A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1D03CF-4195-8B4C-8440-C8D5A2001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3AD648C0-456D-5343-BD61-038F35AE0ED4}"/>
              </a:ext>
            </a:extLst>
          </p:cNvPr>
          <p:cNvSpPr txBox="1">
            <a:spLocks/>
          </p:cNvSpPr>
          <p:nvPr userDrawn="1"/>
        </p:nvSpPr>
        <p:spPr>
          <a:xfrm>
            <a:off x="574040" y="-2844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Gill Sans SemiBold" panose="020B0502020104020203" pitchFamily="34" charset="-79"/>
                <a:ea typeface="+mj-ea"/>
                <a:cs typeface="Gill Sans SemiBold" panose="020B0502020104020203" pitchFamily="34" charset="-79"/>
              </a:defRPr>
            </a:lvl1pPr>
          </a:lstStyle>
          <a:p>
            <a:r>
              <a:rPr lang="en-US" sz="4000" b="0" dirty="0">
                <a:latin typeface="Calibri" panose="020F0502020204030204" pitchFamily="34" charset="0"/>
                <a:cs typeface="Calibri" panose="020F0502020204030204" pitchFamily="34" charset="0"/>
              </a:rPr>
              <a:t>Click to edit Master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C28DA88-3FC6-314D-8BB4-B45B12D759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819" y="5213933"/>
            <a:ext cx="9824225" cy="107535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3C1793-2604-6D47-BBA8-DF58C3476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438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4" userDrawn="1">
          <p15:clr>
            <a:srgbClr val="FBAE40"/>
          </p15:clr>
        </p15:guide>
        <p15:guide id="2" pos="3816" userDrawn="1">
          <p15:clr>
            <a:srgbClr val="FBAE40"/>
          </p15:clr>
        </p15:guide>
        <p15:guide id="3" pos="368" userDrawn="1">
          <p15:clr>
            <a:srgbClr val="FBAE40"/>
          </p15:clr>
        </p15:guide>
        <p15:guide id="4" pos="7315" userDrawn="1">
          <p15:clr>
            <a:srgbClr val="FBAE40"/>
          </p15:clr>
        </p15:guide>
        <p15:guide id="5" orient="horz" pos="51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C9533BF-1B93-2A43-BA34-0F3A82D7F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5A012D-B070-7A49-BBFF-079F2561A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-22034"/>
            <a:ext cx="10515600" cy="1325563"/>
          </a:xfrm>
        </p:spPr>
        <p:txBody>
          <a:bodyPr>
            <a:normAutofit/>
          </a:bodyPr>
          <a:lstStyle>
            <a:lvl1pPr>
              <a:defRPr sz="4000" b="0" i="0">
                <a:solidFill>
                  <a:schemeClr val="bg1"/>
                </a:solidFill>
                <a:latin typeface="+mn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88373-B974-7948-9839-60119604B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590693"/>
            <a:ext cx="3869473" cy="2508211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EF32D-C8B6-BA4F-BA24-DA606CEC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7AB533-0985-E44A-9957-3DDE711C7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95A9F8-B433-CD4D-B0E5-00FDB974B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564AE5A-5633-B34B-B7DD-4DCEFBFC0B1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104248" y="3590693"/>
            <a:ext cx="3939168" cy="2508211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2884886-4728-6142-8698-38627184E6B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83498" y="3590693"/>
            <a:ext cx="3908502" cy="2508211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C17D88D-1B35-A843-BA46-506AB4A875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19253" y="1622502"/>
            <a:ext cx="10753493" cy="1143000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AD91200-3642-8946-A772-E48D2472F9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256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3" pos="384" userDrawn="1">
          <p15:clr>
            <a:srgbClr val="FBAE40"/>
          </p15:clr>
        </p15:guide>
        <p15:guide id="4" pos="7296" userDrawn="1">
          <p15:clr>
            <a:srgbClr val="FBAE40"/>
          </p15:clr>
        </p15:guide>
        <p15:guide id="5" orient="horz" pos="50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CA35D9A-EEF1-DD46-987E-6CF872511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9C6585-2022-8F42-81FB-4B5D5B37C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796" y="365125"/>
            <a:ext cx="10515600" cy="527241"/>
          </a:xfrm>
        </p:spPr>
        <p:txBody>
          <a:bodyPr>
            <a:noAutofit/>
          </a:bodyPr>
          <a:lstStyle>
            <a:lvl1pPr>
              <a:defRPr sz="4000" b="0" i="0">
                <a:solidFill>
                  <a:schemeClr val="bg1"/>
                </a:solidFill>
                <a:latin typeface="+mn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D1336-869F-DC49-B576-75531AB2C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E37B73-0EC3-AE48-9FAC-E88B29D82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31F2E-9BEB-634E-BB98-A0F61BD25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67963FD0-7962-5C46-90EE-E88510539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0" y="1079653"/>
            <a:ext cx="6099717" cy="577834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7FACD73-4E5D-A345-B9F2-A050263D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718609" y="1757943"/>
            <a:ext cx="5183188" cy="3684588"/>
          </a:xfrm>
        </p:spPr>
        <p:txBody>
          <a:bodyPr>
            <a:normAutofit/>
          </a:bodyPr>
          <a:lstStyle>
            <a:lvl1pPr marL="0" indent="0">
              <a:buNone/>
              <a:defRPr sz="3200" b="1">
                <a:solidFill>
                  <a:srgbClr val="002060"/>
                </a:solidFill>
              </a:defRPr>
            </a:lvl1pPr>
            <a:lvl2pPr marL="800100" indent="-342900">
              <a:buClr>
                <a:srgbClr val="5D8B72"/>
              </a:buClr>
              <a:buFont typeface="Wingdings" pitchFamily="2" charset="2"/>
              <a:buChar char="§"/>
              <a:defRPr sz="32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528B23-895C-5C4C-B680-35A98899E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933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CA35D9A-EEF1-DD46-987E-6CF872511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9C6585-2022-8F42-81FB-4B5D5B37C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796" y="365125"/>
            <a:ext cx="10515600" cy="527241"/>
          </a:xfrm>
        </p:spPr>
        <p:txBody>
          <a:bodyPr>
            <a:noAutofit/>
          </a:bodyPr>
          <a:lstStyle>
            <a:lvl1pPr>
              <a:defRPr sz="4000" b="0" i="0">
                <a:solidFill>
                  <a:schemeClr val="bg1"/>
                </a:solidFill>
                <a:latin typeface="+mn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D1336-869F-DC49-B576-75531AB2C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E37B73-0EC3-AE48-9FAC-E88B29D82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31F2E-9BEB-634E-BB98-A0F61BD25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67963FD0-7962-5C46-90EE-E88510539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0" y="1079653"/>
            <a:ext cx="6875332" cy="577834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7FACD73-4E5D-A345-B9F2-A050263D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235312" y="1638334"/>
            <a:ext cx="5183188" cy="3684588"/>
          </a:xfrm>
        </p:spPr>
        <p:txBody>
          <a:bodyPr>
            <a:normAutofit/>
          </a:bodyPr>
          <a:lstStyle>
            <a:lvl1pPr marL="0" indent="0">
              <a:buNone/>
              <a:defRPr sz="2800" b="1">
                <a:solidFill>
                  <a:schemeClr val="tx1"/>
                </a:solidFill>
              </a:defRPr>
            </a:lvl1pPr>
            <a:lvl2pPr marL="800100" indent="-342900">
              <a:buClr>
                <a:srgbClr val="5D8B72"/>
              </a:buClr>
              <a:buFont typeface="Wingdings" pitchFamily="2" charset="2"/>
              <a:buChar char="§"/>
              <a:defRPr sz="2800">
                <a:solidFill>
                  <a:schemeClr val="tx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528B23-895C-5C4C-B680-35A98899E6A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85038276-3D99-374D-8C08-8B4EE9100505}"/>
              </a:ext>
            </a:extLst>
          </p:cNvPr>
          <p:cNvGrpSpPr/>
          <p:nvPr userDrawn="1"/>
        </p:nvGrpSpPr>
        <p:grpSpPr>
          <a:xfrm>
            <a:off x="6875332" y="4948518"/>
            <a:ext cx="5316667" cy="1909482"/>
            <a:chOff x="6875332" y="4948518"/>
            <a:chExt cx="5316667" cy="190948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822032-AB25-264F-84DF-832153AB9E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75332" y="4948518"/>
              <a:ext cx="5316667" cy="1909482"/>
            </a:xfrm>
            <a:prstGeom prst="rect">
              <a:avLst/>
            </a:prstGeom>
            <a:solidFill>
              <a:srgbClr val="5D8B72"/>
            </a:solidFill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76B19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C81D026-7836-5C4C-8D2C-5CE052626F44}"/>
                </a:ext>
              </a:extLst>
            </p:cNvPr>
            <p:cNvSpPr/>
            <p:nvPr/>
          </p:nvSpPr>
          <p:spPr>
            <a:xfrm>
              <a:off x="7235312" y="5517685"/>
              <a:ext cx="486546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endParaRPr lang="en-US" sz="2200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A441141-9365-7740-8DBA-7BD811A087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235312" y="5219700"/>
            <a:ext cx="4675188" cy="1397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400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5BF363-59FF-E54E-A0B5-E35D493FB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B2D7EB-E182-4543-8CCE-37CF8E507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795" y="-22034"/>
            <a:ext cx="10515600" cy="1325563"/>
          </a:xfrm>
        </p:spPr>
        <p:txBody>
          <a:bodyPr>
            <a:normAutofit/>
          </a:bodyPr>
          <a:lstStyle>
            <a:lvl1pPr>
              <a:defRPr sz="4000" b="0" i="0">
                <a:solidFill>
                  <a:schemeClr val="bg1"/>
                </a:solidFill>
                <a:latin typeface="+mn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4195B3-35E3-C543-9CBB-AD4A8EB724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97A970-8AEE-EF42-BDF8-26B872353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599B2C-3002-AC47-B9C2-6C74CD2E3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634A8-2332-E045-8B38-51EC9F819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274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3B434-E236-8945-8FEB-F9940E59C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B23053-7412-EC42-952B-F3D3ED93E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A0226-E7CE-8143-8307-BD4050B44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6007E-C621-3048-98EA-20DED673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6A9D9-5F67-8448-BB27-B648D7277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665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05F1A-A3CF-0047-A8BA-C75E80736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27262-4D83-C545-A69D-11927CC9E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444A2B-0445-E748-87AD-3F27274B89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ECA071-370B-3645-B900-7F3E13BC32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88D157-4D67-3B46-B8AF-958CE97FCA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920AF5-5E67-6F4F-AD26-29826B2D5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D25E99-A588-1F40-A418-48406BCBD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DE35B4-7239-0644-99A1-9F0EBD32E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898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FEFE-EB08-8142-A9C1-BF86AC840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BB52CA-0609-6A40-88C7-B5B3603A0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CC122A-DB09-6441-B421-444556F96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93787-BB75-E043-A6AA-76B546CD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838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19C1BD-5EDB-DF4B-BE1D-1A782E526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4C54EB-E29C-1B44-B63D-C10BDE81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0FCCB-373E-CB49-A0CB-050C6BE60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0441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B7AF4-42D2-CD4B-85FC-75234682B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48928-3BFE-F447-B402-65F50FA4D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619467-CD7D-8D41-83D5-3ED02468C9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977D00-AADD-D446-8253-81CC26039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848F71-67DD-F941-8627-9F8F4BA82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9144A8-7257-C544-B581-FDF4613DE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3326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16E0F-9A23-E04A-A83B-D457797A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B94851-F6F6-D54E-AADB-F130E90C4B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761F5F-9702-0644-9DC0-31047C5FF5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D71729-7B3C-264F-AE58-4ADAFFBCC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25553D-02E8-0C4B-896F-22CFD8A98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4AC3B7-5EDC-C649-B68B-005FB7B6F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82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7591B-3EF3-EF49-837D-78F018ADF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198533-3EC2-1946-AEFC-AD2A0A051E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4BD49-E4DB-1640-8630-143D35F2C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D4ABBC-D87D-654B-9B16-CDB03F612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3A31FC-0854-4445-B748-79D852B7B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2808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58B955-F8EA-C747-88B3-035F96FD74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8F46B6-D95E-994B-B612-1D27BC9A27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01DC1-7BEF-0142-9C09-FD10C8DCB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FD19-0E10-2D44-A97A-B90BAE2AF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B5E1B7-5110-764D-BB3E-06138BCB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0345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6396336-99F0-6E53-8C82-06D59C64BEF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/>
          <a:srcRect/>
          <a:stretch/>
        </p:blipFill>
        <p:spPr bwMode="auto">
          <a:xfrm>
            <a:off x="0" y="1034"/>
            <a:ext cx="12220546" cy="6862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04F393-B462-6924-59F7-D2D8201CAA22}"/>
              </a:ext>
            </a:extLst>
          </p:cNvPr>
          <p:cNvSpPr txBox="1"/>
          <p:nvPr userDrawn="1"/>
        </p:nvSpPr>
        <p:spPr>
          <a:xfrm>
            <a:off x="0" y="3429000"/>
            <a:ext cx="12191997" cy="3435744"/>
          </a:xfrm>
          <a:prstGeom prst="rect">
            <a:avLst/>
          </a:prstGeom>
          <a:gradFill flip="none" rotWithShape="1">
            <a:gsLst>
              <a:gs pos="0">
                <a:sysClr val="windowText" lastClr="000000">
                  <a:alpha val="90000"/>
                </a:sysClr>
              </a:gs>
              <a:gs pos="60000">
                <a:srgbClr val="000000">
                  <a:alpha val="80000"/>
                </a:srgbClr>
              </a:gs>
              <a:gs pos="100000">
                <a:srgbClr val="7F7F7F">
                  <a:alpha val="0"/>
                </a:srgbClr>
              </a:gs>
            </a:gsLst>
            <a:lin ang="16200000" scaled="1"/>
            <a:tileRect/>
          </a:gradFill>
        </p:spPr>
        <p:txBody>
          <a:bodyPr wrap="none" lIns="182880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A35D9A-EEF1-DD46-987E-6CF872511F4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528B23-895C-5C4C-B680-35A98899E6A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3FAAB9C-4676-8C48-8CEF-A4CF6BE5B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795" y="-10745"/>
            <a:ext cx="10515600" cy="1325563"/>
          </a:xfrm>
        </p:spPr>
        <p:txBody>
          <a:bodyPr>
            <a:normAutofit/>
          </a:bodyPr>
          <a:lstStyle>
            <a:lvl1pPr>
              <a:defRPr sz="4000" b="0" i="0">
                <a:solidFill>
                  <a:schemeClr val="bg1"/>
                </a:solidFill>
                <a:latin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CE7940-E5E1-4BBA-81A8-45EEA0C449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3088" y="1587500"/>
            <a:ext cx="10123487" cy="4692650"/>
          </a:xfrm>
        </p:spPr>
        <p:txBody>
          <a:bodyPr/>
          <a:lstStyle>
            <a:lvl1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9BACF14B-143C-4E55-B8F6-58AF30291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fld id="{61C45A3A-841E-C04D-A6C3-2A644B41F8F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854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43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7B02D6-E535-0945-9835-AF44B4A75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2FC90-D1DA-CB42-87D3-934382067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D56EC-5AF3-B541-8BF2-8E9DEBBC27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BA3C9-62A7-B646-A8AA-A05815B4FD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72593-F01B-3C40-B17B-E5E7A4EC53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022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5" r:id="rId3"/>
    <p:sldLayoutId id="2147483652" r:id="rId4"/>
    <p:sldLayoutId id="2147483650" r:id="rId5"/>
    <p:sldLayoutId id="2147483662" r:id="rId6"/>
    <p:sldLayoutId id="2147483664" r:id="rId7"/>
    <p:sldLayoutId id="2147483663" r:id="rId8"/>
    <p:sldLayoutId id="2147483651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  <p:sldLayoutId id="214748366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5982EC1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4_79647F50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CB1D6F5C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B_EE8FFF30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B1FA6-92D4-B945-9015-1C671C4A6E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0365" y="1531418"/>
            <a:ext cx="10463809" cy="1612839"/>
          </a:xfrm>
        </p:spPr>
        <p:txBody>
          <a:bodyPr>
            <a:normAutofit fontScale="90000"/>
          </a:bodyPr>
          <a:lstStyle/>
          <a:p>
            <a:r>
              <a:rPr lang="en-US" dirty="0"/>
              <a:t>Interpolation for the alignment of Clock Frequency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6EDF7-ACB9-B941-9E7B-63A2190EC7E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042030" y="6235962"/>
            <a:ext cx="3669323" cy="521677"/>
          </a:xfrm>
        </p:spPr>
        <p:txBody>
          <a:bodyPr/>
          <a:lstStyle/>
          <a:p>
            <a:r>
              <a:rPr lang="en-US" dirty="0"/>
              <a:t>January 16, 2026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B3F8FCE-BCEE-F197-309E-D239B7AE06CB}"/>
              </a:ext>
            </a:extLst>
          </p:cNvPr>
          <p:cNvSpPr txBox="1">
            <a:spLocks/>
          </p:cNvSpPr>
          <p:nvPr/>
        </p:nvSpPr>
        <p:spPr>
          <a:xfrm>
            <a:off x="510365" y="3144257"/>
            <a:ext cx="10463809" cy="56948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i="0" kern="120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400" b="0" dirty="0"/>
              <a:t>Suzanne Thornton, NIST PREP Associate, SED</a:t>
            </a:r>
          </a:p>
        </p:txBody>
      </p:sp>
    </p:spTree>
    <p:extLst>
      <p:ext uri="{BB962C8B-B14F-4D97-AF65-F5344CB8AC3E}">
        <p14:creationId xmlns:p14="http://schemas.microsoft.com/office/powerpoint/2010/main" val="2430404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286DC33-DAC7-BE4F-87D7-D24660A13232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9C186E-3B1A-314B-A00F-06DD1941EFE5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AB5400-5048-5549-B43F-D1687B4313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72990" y="1190417"/>
            <a:ext cx="5264987" cy="14719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Missing Al comb nu: 233 </a:t>
            </a:r>
          </a:p>
          <a:p>
            <a:r>
              <a:rPr lang="en-US" dirty="0"/>
              <a:t>Missing Sr comb nu: 203 </a:t>
            </a:r>
          </a:p>
          <a:p>
            <a:r>
              <a:rPr lang="en-US" dirty="0"/>
              <a:t>Missing Yb comb nu: 417</a:t>
            </a:r>
            <a:endParaRPr lang="en-US" dirty="0">
              <a:cs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2DEAE3-7FD4-1847-BBC9-CED99B10B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Visualize missingness in comb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96997-4669-C783-C656-C29636E65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440" y="2527233"/>
            <a:ext cx="9761146" cy="411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151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0CB37-FE16-F09F-A4E0-D43E9019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1CD9778-4806-C801-384A-968F11B40208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E70B45-EECF-D681-87FF-1EE9704BB33B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573AB8-B651-37B4-CE08-85099A017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Visualize missingness in shift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3A4EEB-4992-267E-DFBC-223344B9E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5781" y="1687707"/>
            <a:ext cx="5881370" cy="438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5234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26C8-8DEB-8081-D705-48397C886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8B8F9B9E-03F4-60B2-42B9-91C52236C7D4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A51A8F-9E2B-68AB-D1F0-00EA7D22AC93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8D8BBA-EAC3-0192-9B11-DB13C6D6A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43" y="1458276"/>
            <a:ext cx="10753493" cy="3459164"/>
          </a:xfrm>
        </p:spPr>
        <p:txBody>
          <a:bodyPr>
            <a:normAutofit/>
          </a:bodyPr>
          <a:lstStyle/>
          <a:p>
            <a:r>
              <a:rPr lang="en-US" dirty="0"/>
              <a:t>The following summaries represent how many shift data points were deemed “not good” based on the IS_GOOD indicator for each clock.</a:t>
            </a:r>
          </a:p>
          <a:p>
            <a:endParaRPr lang="en-US" dirty="0"/>
          </a:p>
          <a:p>
            <a:r>
              <a:rPr lang="en-US" dirty="0"/>
              <a:t>NA Al shift values: 81164 </a:t>
            </a:r>
          </a:p>
          <a:p>
            <a:r>
              <a:rPr lang="en-US" dirty="0"/>
              <a:t>NA Sr shift values: 0 </a:t>
            </a:r>
          </a:p>
          <a:p>
            <a:r>
              <a:rPr lang="en-US" dirty="0"/>
              <a:t>NA Yb shift values: 515</a:t>
            </a: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61037F-E7DD-CC6B-0FD3-C2ABBC325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Summary of “not good” shift data </a:t>
            </a:r>
          </a:p>
        </p:txBody>
      </p:sp>
    </p:spTree>
    <p:extLst>
      <p:ext uri="{BB962C8B-B14F-4D97-AF65-F5344CB8AC3E}">
        <p14:creationId xmlns:p14="http://schemas.microsoft.com/office/powerpoint/2010/main" val="543305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207A0-704B-1379-8013-99C3A8A9F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D2BD064-0B91-843F-843B-13B6F13EF521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06A413-1D26-4A46-2952-29AEB338F888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17570C9-EDED-E900-5662-1637EA09C5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23521" y="1458276"/>
            <a:ext cx="11826240" cy="4404044"/>
          </a:xfrm>
        </p:spPr>
        <p:txBody>
          <a:bodyPr>
            <a:normAutofit/>
          </a:bodyPr>
          <a:lstStyle/>
          <a:p>
            <a:r>
              <a:rPr lang="en-US" dirty="0"/>
              <a:t>Comb start and end MJD: [ 60752.742818 , 60753.031848 ] </a:t>
            </a:r>
          </a:p>
          <a:p>
            <a:r>
              <a:rPr lang="en-US" dirty="0"/>
              <a:t>Al good shift start and end MJD: [ </a:t>
            </a:r>
            <a:r>
              <a:rPr lang="en-US" dirty="0">
                <a:highlight>
                  <a:srgbClr val="FFFF00"/>
                </a:highlight>
              </a:rPr>
              <a:t>60752.9509491</a:t>
            </a:r>
            <a:r>
              <a:rPr lang="en-US" dirty="0"/>
              <a:t> , </a:t>
            </a:r>
            <a:r>
              <a:rPr lang="en-US" dirty="0">
                <a:highlight>
                  <a:srgbClr val="FFFF00"/>
                </a:highlight>
              </a:rPr>
              <a:t>60753.0115278</a:t>
            </a:r>
            <a:r>
              <a:rPr lang="en-US" dirty="0"/>
              <a:t> ] </a:t>
            </a:r>
          </a:p>
          <a:p>
            <a:r>
              <a:rPr lang="en-US" dirty="0"/>
              <a:t>Sr good shift start and end MJD: [ 60752.78983432031 , 60753.01555496421 ] </a:t>
            </a:r>
          </a:p>
          <a:p>
            <a:r>
              <a:rPr lang="en-US" dirty="0"/>
              <a:t>Yb good shift start and end MJD: [ 60752.87540139 , 60753.01171893 ]</a:t>
            </a:r>
          </a:p>
          <a:p>
            <a:endParaRPr lang="en-US" dirty="0">
              <a:cs typeface="Arial" panose="020B0604020202020204" pitchFamily="34" charset="0"/>
            </a:endParaRPr>
          </a:p>
          <a:p>
            <a:r>
              <a:rPr lang="en-US" dirty="0"/>
              <a:t>Last start time: </a:t>
            </a:r>
            <a:r>
              <a:rPr lang="en-US" dirty="0">
                <a:highlight>
                  <a:srgbClr val="FFFF00"/>
                </a:highlight>
              </a:rPr>
              <a:t>60752.9509491 </a:t>
            </a:r>
          </a:p>
          <a:p>
            <a:r>
              <a:rPr lang="en-US" dirty="0"/>
              <a:t>First end time: </a:t>
            </a:r>
            <a:r>
              <a:rPr lang="en-US" dirty="0">
                <a:highlight>
                  <a:srgbClr val="FFFF00"/>
                </a:highlight>
              </a:rPr>
              <a:t>60753.0115278</a:t>
            </a:r>
            <a:endParaRPr lang="en-US" dirty="0">
              <a:highlight>
                <a:srgbClr val="FFFF00"/>
              </a:highlight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B47006-6529-CB3A-DF75-8B23D9536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-69848"/>
            <a:ext cx="10515600" cy="1325563"/>
          </a:xfrm>
        </p:spPr>
        <p:txBody>
          <a:bodyPr>
            <a:normAutofit/>
          </a:bodyPr>
          <a:lstStyle/>
          <a:p>
            <a:r>
              <a:rPr lang="en-US" sz="3800" dirty="0"/>
              <a:t>Determining an overlapping window of observations</a:t>
            </a:r>
          </a:p>
        </p:txBody>
      </p:sp>
    </p:spTree>
    <p:extLst>
      <p:ext uri="{BB962C8B-B14F-4D97-AF65-F5344CB8AC3E}">
        <p14:creationId xmlns:p14="http://schemas.microsoft.com/office/powerpoint/2010/main" val="1832552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38E6A-3CBF-0AE6-0648-4B4EE9745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AAE102D-9A56-B1A8-B8FF-2A9C6C0B937B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DAA658-BE5E-D13B-B69C-7B0A841DA9FA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D48D9F-7CA4-DC2C-A8B5-59F4FBB3F2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2080" y="1458276"/>
            <a:ext cx="11765279" cy="4454844"/>
          </a:xfrm>
        </p:spPr>
        <p:txBody>
          <a:bodyPr>
            <a:normAutofit/>
          </a:bodyPr>
          <a:lstStyle/>
          <a:p>
            <a:r>
              <a:rPr lang="en-US" dirty="0"/>
              <a:t>In this example, the results of filtering only the data that lie between the last start time and first end time are as follows. </a:t>
            </a:r>
          </a:p>
          <a:p>
            <a:endParaRPr lang="en-US" dirty="0"/>
          </a:p>
          <a:p>
            <a:r>
              <a:rPr lang="en-US" dirty="0" err="1"/>
              <a:t>nuAl</a:t>
            </a:r>
            <a:r>
              <a:rPr lang="en-US" dirty="0"/>
              <a:t>, </a:t>
            </a:r>
            <a:r>
              <a:rPr lang="en-US" dirty="0" err="1"/>
              <a:t>nuSr</a:t>
            </a:r>
            <a:r>
              <a:rPr lang="en-US" dirty="0"/>
              <a:t>, and </a:t>
            </a:r>
            <a:r>
              <a:rPr lang="en-US" dirty="0" err="1"/>
              <a:t>nuYb</a:t>
            </a:r>
            <a:r>
              <a:rPr lang="en-US" dirty="0"/>
              <a:t> start and end MJD: [ 60752.950939 , 60753.011522 ] </a:t>
            </a:r>
          </a:p>
          <a:p>
            <a:r>
              <a:rPr lang="en-US" dirty="0"/>
              <a:t>Al good shift start and end MJD: [ 60752.9509491 , 60753.0115162 ] </a:t>
            </a:r>
          </a:p>
          <a:p>
            <a:r>
              <a:rPr lang="en-US" dirty="0"/>
              <a:t>Sr good shift start and end MJD: [ 60752.95094887931 , 60753.01144822278 ] </a:t>
            </a:r>
          </a:p>
          <a:p>
            <a:r>
              <a:rPr lang="en-US" dirty="0"/>
              <a:t>Yb good shift start and end MJD: [ 60752.94844731 , 60753.01152291 ]</a:t>
            </a: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47729E-F2B6-1448-485F-1A16CF065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Overlapping window of observations</a:t>
            </a:r>
          </a:p>
        </p:txBody>
      </p:sp>
    </p:spTree>
    <p:extLst>
      <p:ext uri="{BB962C8B-B14F-4D97-AF65-F5344CB8AC3E}">
        <p14:creationId xmlns:p14="http://schemas.microsoft.com/office/powerpoint/2010/main" val="620661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329C-C569-53D4-8D8F-14CEF7D60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8AD49-96D4-9F13-D7A2-0A72647BC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Comparing MDJ for comb and shift data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3AE6D5C-A421-F379-2EBF-FA29A59A8222}"/>
              </a:ext>
            </a:extLst>
          </p:cNvPr>
          <p:cNvCxnSpPr>
            <a:cxnSpLocks/>
          </p:cNvCxnSpPr>
          <p:nvPr/>
        </p:nvCxnSpPr>
        <p:spPr>
          <a:xfrm>
            <a:off x="1866378" y="2404998"/>
            <a:ext cx="7728559" cy="0"/>
          </a:xfrm>
          <a:prstGeom prst="line">
            <a:avLst/>
          </a:prstGeom>
          <a:ln w="762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699E42-BDB9-E1FE-91DF-C06A7F17E8D0}"/>
              </a:ext>
            </a:extLst>
          </p:cNvPr>
          <p:cNvCxnSpPr>
            <a:cxnSpLocks/>
          </p:cNvCxnSpPr>
          <p:nvPr/>
        </p:nvCxnSpPr>
        <p:spPr>
          <a:xfrm>
            <a:off x="1866378" y="3268250"/>
            <a:ext cx="7728559" cy="0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AE06AD8-EE15-0DF7-5C28-D92C4DDB244A}"/>
              </a:ext>
            </a:extLst>
          </p:cNvPr>
          <p:cNvCxnSpPr>
            <a:cxnSpLocks/>
          </p:cNvCxnSpPr>
          <p:nvPr/>
        </p:nvCxnSpPr>
        <p:spPr>
          <a:xfrm>
            <a:off x="1866378" y="4085573"/>
            <a:ext cx="7728559" cy="0"/>
          </a:xfrm>
          <a:prstGeom prst="line">
            <a:avLst/>
          </a:prstGeom>
          <a:ln w="762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C56C-99DA-CC2A-8DE3-99E23BF1AAD6}"/>
              </a:ext>
            </a:extLst>
          </p:cNvPr>
          <p:cNvCxnSpPr>
            <a:cxnSpLocks/>
          </p:cNvCxnSpPr>
          <p:nvPr/>
        </p:nvCxnSpPr>
        <p:spPr>
          <a:xfrm>
            <a:off x="1866378" y="4924817"/>
            <a:ext cx="7728559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170CC9-6AF5-39B1-742E-E114C53DBA96}"/>
              </a:ext>
            </a:extLst>
          </p:cNvPr>
          <p:cNvCxnSpPr/>
          <p:nvPr/>
        </p:nvCxnSpPr>
        <p:spPr>
          <a:xfrm>
            <a:off x="2104372" y="46847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C9A56C9-004E-4A60-4E68-ACAFBA5F8BC0}"/>
              </a:ext>
            </a:extLst>
          </p:cNvPr>
          <p:cNvCxnSpPr/>
          <p:nvPr/>
        </p:nvCxnSpPr>
        <p:spPr>
          <a:xfrm>
            <a:off x="2269298" y="467429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4420BF-B124-EA35-8761-D25F1CF61D44}"/>
              </a:ext>
            </a:extLst>
          </p:cNvPr>
          <p:cNvCxnSpPr/>
          <p:nvPr/>
        </p:nvCxnSpPr>
        <p:spPr>
          <a:xfrm>
            <a:off x="2444662" y="46868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6021ED5-6544-5A1C-EBC3-B9293A1D8148}"/>
              </a:ext>
            </a:extLst>
          </p:cNvPr>
          <p:cNvCxnSpPr/>
          <p:nvPr/>
        </p:nvCxnSpPr>
        <p:spPr>
          <a:xfrm>
            <a:off x="2093934" y="381000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F39C18A-6666-7DB4-5056-1769F9690071}"/>
              </a:ext>
            </a:extLst>
          </p:cNvPr>
          <p:cNvCxnSpPr/>
          <p:nvPr/>
        </p:nvCxnSpPr>
        <p:spPr>
          <a:xfrm>
            <a:off x="2271386" y="379956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88771BF-EDF4-8101-EC4C-4D3996E3F2D8}"/>
              </a:ext>
            </a:extLst>
          </p:cNvPr>
          <p:cNvCxnSpPr/>
          <p:nvPr/>
        </p:nvCxnSpPr>
        <p:spPr>
          <a:xfrm>
            <a:off x="2073058" y="3012514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AF244CC-323C-D355-DC15-CEEF0A331F8D}"/>
              </a:ext>
            </a:extLst>
          </p:cNvPr>
          <p:cNvCxnSpPr/>
          <p:nvPr/>
        </p:nvCxnSpPr>
        <p:spPr>
          <a:xfrm>
            <a:off x="2939440" y="300207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19944AB-D4D9-400A-BC89-EF845062AE48}"/>
              </a:ext>
            </a:extLst>
          </p:cNvPr>
          <p:cNvCxnSpPr/>
          <p:nvPr/>
        </p:nvCxnSpPr>
        <p:spPr>
          <a:xfrm>
            <a:off x="1889344" y="213987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1FDC73A-3E17-7634-7CF3-54DCD8CE3BE0}"/>
              </a:ext>
            </a:extLst>
          </p:cNvPr>
          <p:cNvSpPr txBox="1"/>
          <p:nvPr/>
        </p:nvSpPr>
        <p:spPr>
          <a:xfrm>
            <a:off x="5118970" y="5663853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MJD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0C9C69-D86E-8518-210D-CC8D5C881378}"/>
              </a:ext>
            </a:extLst>
          </p:cNvPr>
          <p:cNvSpPr txBox="1"/>
          <p:nvPr/>
        </p:nvSpPr>
        <p:spPr>
          <a:xfrm>
            <a:off x="9843391" y="2161746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Yb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9F6019-508A-5445-B7F2-8ED1F4CF9B75}"/>
              </a:ext>
            </a:extLst>
          </p:cNvPr>
          <p:cNvSpPr txBox="1"/>
          <p:nvPr/>
        </p:nvSpPr>
        <p:spPr>
          <a:xfrm>
            <a:off x="9860023" y="3109591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098089-B03C-5906-9163-D487D2C1A52E}"/>
              </a:ext>
            </a:extLst>
          </p:cNvPr>
          <p:cNvSpPr txBox="1"/>
          <p:nvPr/>
        </p:nvSpPr>
        <p:spPr>
          <a:xfrm>
            <a:off x="9860023" y="3900907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Al+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CA9E77-F814-BB53-A5F0-7652BC718B03}"/>
              </a:ext>
            </a:extLst>
          </p:cNvPr>
          <p:cNvSpPr txBox="1"/>
          <p:nvPr/>
        </p:nvSpPr>
        <p:spPr>
          <a:xfrm>
            <a:off x="9860023" y="4729713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1DFCA2-1F25-7352-A733-3AF5F365C598}"/>
              </a:ext>
            </a:extLst>
          </p:cNvPr>
          <p:cNvSpPr txBox="1"/>
          <p:nvPr/>
        </p:nvSpPr>
        <p:spPr>
          <a:xfrm>
            <a:off x="1866378" y="5033561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60752.950939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1894C3F-2B86-56FA-72CC-7B299E95DA2A}"/>
              </a:ext>
            </a:extLst>
          </p:cNvPr>
          <p:cNvSpPr txBox="1"/>
          <p:nvPr/>
        </p:nvSpPr>
        <p:spPr>
          <a:xfrm>
            <a:off x="1743206" y="4146303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60752.9509491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8AA072-538A-E718-A38B-D9EF22660599}"/>
              </a:ext>
            </a:extLst>
          </p:cNvPr>
          <p:cNvSpPr txBox="1"/>
          <p:nvPr/>
        </p:nvSpPr>
        <p:spPr>
          <a:xfrm>
            <a:off x="1632560" y="3335828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60752.9509489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D42B97-A254-93F1-7D03-C5D2F6ACA009}"/>
              </a:ext>
            </a:extLst>
          </p:cNvPr>
          <p:cNvSpPr txBox="1"/>
          <p:nvPr/>
        </p:nvSpPr>
        <p:spPr>
          <a:xfrm>
            <a:off x="1544876" y="2482340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60752.9484473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D7D837-2A66-A8E8-910C-011DFB24C879}"/>
              </a:ext>
            </a:extLst>
          </p:cNvPr>
          <p:cNvSpPr txBox="1"/>
          <p:nvPr/>
        </p:nvSpPr>
        <p:spPr>
          <a:xfrm>
            <a:off x="8131431" y="2495862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60753.0115229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37CF20-B618-044D-5A48-ABB2C30F3758}"/>
              </a:ext>
            </a:extLst>
          </p:cNvPr>
          <p:cNvSpPr txBox="1"/>
          <p:nvPr/>
        </p:nvSpPr>
        <p:spPr>
          <a:xfrm>
            <a:off x="8131431" y="3372145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60753.011448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BD4989-42B2-54F9-09F9-3C704BFB54B4}"/>
              </a:ext>
            </a:extLst>
          </p:cNvPr>
          <p:cNvSpPr txBox="1"/>
          <p:nvPr/>
        </p:nvSpPr>
        <p:spPr>
          <a:xfrm>
            <a:off x="8131431" y="4135861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60753.0115162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5B30BE-0CEB-FE2B-2BF3-A89AA0C1CDEC}"/>
              </a:ext>
            </a:extLst>
          </p:cNvPr>
          <p:cNvSpPr txBox="1"/>
          <p:nvPr/>
        </p:nvSpPr>
        <p:spPr>
          <a:xfrm>
            <a:off x="8192588" y="5049126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60753.011522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AB2DF6-2962-3C9A-8C59-AFCB5C3C241C}"/>
              </a:ext>
            </a:extLst>
          </p:cNvPr>
          <p:cNvCxnSpPr/>
          <p:nvPr/>
        </p:nvCxnSpPr>
        <p:spPr>
          <a:xfrm>
            <a:off x="2607500" y="46868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49938EE-23CE-F068-4F54-B8B2069E6335}"/>
              </a:ext>
            </a:extLst>
          </p:cNvPr>
          <p:cNvCxnSpPr/>
          <p:nvPr/>
        </p:nvCxnSpPr>
        <p:spPr>
          <a:xfrm>
            <a:off x="2772426" y="467638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D60DDE4-E370-9BB2-E974-1171E1683916}"/>
              </a:ext>
            </a:extLst>
          </p:cNvPr>
          <p:cNvCxnSpPr/>
          <p:nvPr/>
        </p:nvCxnSpPr>
        <p:spPr>
          <a:xfrm>
            <a:off x="2947790" y="46889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D7936C4-286C-31BE-6210-F7CB2444F919}"/>
              </a:ext>
            </a:extLst>
          </p:cNvPr>
          <p:cNvCxnSpPr/>
          <p:nvPr/>
        </p:nvCxnSpPr>
        <p:spPr>
          <a:xfrm>
            <a:off x="3133592" y="47118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60D182F-44FD-5141-F662-9C4A27BE6D16}"/>
              </a:ext>
            </a:extLst>
          </p:cNvPr>
          <p:cNvCxnSpPr/>
          <p:nvPr/>
        </p:nvCxnSpPr>
        <p:spPr>
          <a:xfrm>
            <a:off x="3298518" y="47014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504DA87-79F1-EC03-3ACC-CB86AD8A8464}"/>
              </a:ext>
            </a:extLst>
          </p:cNvPr>
          <p:cNvCxnSpPr/>
          <p:nvPr/>
        </p:nvCxnSpPr>
        <p:spPr>
          <a:xfrm>
            <a:off x="3473882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FAD2B32-BAD2-6B03-6B7D-B4EEE8067020}"/>
              </a:ext>
            </a:extLst>
          </p:cNvPr>
          <p:cNvCxnSpPr/>
          <p:nvPr/>
        </p:nvCxnSpPr>
        <p:spPr>
          <a:xfrm>
            <a:off x="3636720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2734ECC-6358-29A5-7F9B-6E814C043BAB}"/>
              </a:ext>
            </a:extLst>
          </p:cNvPr>
          <p:cNvCxnSpPr/>
          <p:nvPr/>
        </p:nvCxnSpPr>
        <p:spPr>
          <a:xfrm>
            <a:off x="3801646" y="47035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8787048-6A65-09B5-DF48-BA9D2B909846}"/>
              </a:ext>
            </a:extLst>
          </p:cNvPr>
          <p:cNvCxnSpPr/>
          <p:nvPr/>
        </p:nvCxnSpPr>
        <p:spPr>
          <a:xfrm>
            <a:off x="3977010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00C8F8-24C3-4C59-8039-6C96AD500265}"/>
              </a:ext>
            </a:extLst>
          </p:cNvPr>
          <p:cNvCxnSpPr/>
          <p:nvPr/>
        </p:nvCxnSpPr>
        <p:spPr>
          <a:xfrm>
            <a:off x="4148198" y="47118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C5DA14C-E78F-C2C6-26DD-7CE53A8BDBC2}"/>
              </a:ext>
            </a:extLst>
          </p:cNvPr>
          <p:cNvCxnSpPr/>
          <p:nvPr/>
        </p:nvCxnSpPr>
        <p:spPr>
          <a:xfrm>
            <a:off x="4313124" y="47014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EACB32E-64AF-87E1-FA88-56BA5D703BED}"/>
              </a:ext>
            </a:extLst>
          </p:cNvPr>
          <p:cNvCxnSpPr/>
          <p:nvPr/>
        </p:nvCxnSpPr>
        <p:spPr>
          <a:xfrm>
            <a:off x="4488488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A9F0532-0632-14D3-26CC-582F3B03FD34}"/>
              </a:ext>
            </a:extLst>
          </p:cNvPr>
          <p:cNvCxnSpPr/>
          <p:nvPr/>
        </p:nvCxnSpPr>
        <p:spPr>
          <a:xfrm>
            <a:off x="4651326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7E03707-680E-C82A-D831-0E4B52F9E99B}"/>
              </a:ext>
            </a:extLst>
          </p:cNvPr>
          <p:cNvCxnSpPr/>
          <p:nvPr/>
        </p:nvCxnSpPr>
        <p:spPr>
          <a:xfrm>
            <a:off x="4816252" y="47035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DF21310-F5C7-70D4-CB29-D5503065F71B}"/>
              </a:ext>
            </a:extLst>
          </p:cNvPr>
          <p:cNvCxnSpPr/>
          <p:nvPr/>
        </p:nvCxnSpPr>
        <p:spPr>
          <a:xfrm>
            <a:off x="4991616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0252EAF-1279-FE6A-AFF9-EEFF213DBA7C}"/>
              </a:ext>
            </a:extLst>
          </p:cNvPr>
          <p:cNvCxnSpPr/>
          <p:nvPr/>
        </p:nvCxnSpPr>
        <p:spPr>
          <a:xfrm>
            <a:off x="5177418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215426E-1C7E-29D2-E73C-4F03912B2876}"/>
              </a:ext>
            </a:extLst>
          </p:cNvPr>
          <p:cNvCxnSpPr/>
          <p:nvPr/>
        </p:nvCxnSpPr>
        <p:spPr>
          <a:xfrm>
            <a:off x="5342344" y="47035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EF84FE5-15A9-8244-FDFC-183CE6D95549}"/>
              </a:ext>
            </a:extLst>
          </p:cNvPr>
          <p:cNvCxnSpPr/>
          <p:nvPr/>
        </p:nvCxnSpPr>
        <p:spPr>
          <a:xfrm>
            <a:off x="5517708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FF11F51-B589-1AC8-3DFB-628AEFE3501E}"/>
              </a:ext>
            </a:extLst>
          </p:cNvPr>
          <p:cNvCxnSpPr/>
          <p:nvPr/>
        </p:nvCxnSpPr>
        <p:spPr>
          <a:xfrm>
            <a:off x="5680546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FFF5A0F-E635-40C7-15D2-9C99BBE3AB3E}"/>
              </a:ext>
            </a:extLst>
          </p:cNvPr>
          <p:cNvCxnSpPr/>
          <p:nvPr/>
        </p:nvCxnSpPr>
        <p:spPr>
          <a:xfrm>
            <a:off x="5845472" y="47056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5189D0F-FE32-34D6-6695-3A7EE2FF2464}"/>
              </a:ext>
            </a:extLst>
          </p:cNvPr>
          <p:cNvCxnSpPr/>
          <p:nvPr/>
        </p:nvCxnSpPr>
        <p:spPr>
          <a:xfrm>
            <a:off x="6020836" y="471813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69A19D0-5160-D491-6A7C-97F7DBCB3683}"/>
              </a:ext>
            </a:extLst>
          </p:cNvPr>
          <p:cNvCxnSpPr/>
          <p:nvPr/>
        </p:nvCxnSpPr>
        <p:spPr>
          <a:xfrm>
            <a:off x="6208726" y="46680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4D5F5C4-B7B3-E96E-64A0-79034FAEF006}"/>
              </a:ext>
            </a:extLst>
          </p:cNvPr>
          <p:cNvCxnSpPr/>
          <p:nvPr/>
        </p:nvCxnSpPr>
        <p:spPr>
          <a:xfrm>
            <a:off x="6384090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7641FA-8DC6-03F3-D1F4-86DA6420B1F5}"/>
              </a:ext>
            </a:extLst>
          </p:cNvPr>
          <p:cNvCxnSpPr/>
          <p:nvPr/>
        </p:nvCxnSpPr>
        <p:spPr>
          <a:xfrm>
            <a:off x="6555278" y="467638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CE499FB-7071-0DC0-01F7-68E9C3E3715A}"/>
              </a:ext>
            </a:extLst>
          </p:cNvPr>
          <p:cNvCxnSpPr/>
          <p:nvPr/>
        </p:nvCxnSpPr>
        <p:spPr>
          <a:xfrm>
            <a:off x="6720204" y="466594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59F4592-9326-7143-293A-2F8D351F4DF3}"/>
              </a:ext>
            </a:extLst>
          </p:cNvPr>
          <p:cNvCxnSpPr/>
          <p:nvPr/>
        </p:nvCxnSpPr>
        <p:spPr>
          <a:xfrm>
            <a:off x="6895568" y="467847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8678ABF-3208-7CAE-ECC7-96169500D339}"/>
              </a:ext>
            </a:extLst>
          </p:cNvPr>
          <p:cNvCxnSpPr/>
          <p:nvPr/>
        </p:nvCxnSpPr>
        <p:spPr>
          <a:xfrm>
            <a:off x="7058406" y="467847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933FA33-24E2-A314-1B22-916EC692E61B}"/>
              </a:ext>
            </a:extLst>
          </p:cNvPr>
          <p:cNvCxnSpPr/>
          <p:nvPr/>
        </p:nvCxnSpPr>
        <p:spPr>
          <a:xfrm>
            <a:off x="7223332" y="46680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8459DF6-75DB-196E-8C10-4991998178C3}"/>
              </a:ext>
            </a:extLst>
          </p:cNvPr>
          <p:cNvCxnSpPr/>
          <p:nvPr/>
        </p:nvCxnSpPr>
        <p:spPr>
          <a:xfrm>
            <a:off x="7398696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5063BF3-3A09-3267-C511-241442BFD739}"/>
              </a:ext>
            </a:extLst>
          </p:cNvPr>
          <p:cNvCxnSpPr/>
          <p:nvPr/>
        </p:nvCxnSpPr>
        <p:spPr>
          <a:xfrm>
            <a:off x="7584498" y="467847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5AB1F4A-8FFC-D4BF-C527-7E1D5B65EEE6}"/>
              </a:ext>
            </a:extLst>
          </p:cNvPr>
          <p:cNvCxnSpPr/>
          <p:nvPr/>
        </p:nvCxnSpPr>
        <p:spPr>
          <a:xfrm>
            <a:off x="7749424" y="46680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1B87E06-EECD-8E8B-2FF1-E828A7033FE2}"/>
              </a:ext>
            </a:extLst>
          </p:cNvPr>
          <p:cNvCxnSpPr/>
          <p:nvPr/>
        </p:nvCxnSpPr>
        <p:spPr>
          <a:xfrm>
            <a:off x="7924788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113D668-4D5A-E107-A85F-ADEFC953DEFE}"/>
              </a:ext>
            </a:extLst>
          </p:cNvPr>
          <p:cNvCxnSpPr/>
          <p:nvPr/>
        </p:nvCxnSpPr>
        <p:spPr>
          <a:xfrm>
            <a:off x="8087626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52342E77-6B12-6F8E-8452-C8A4352DF7FF}"/>
              </a:ext>
            </a:extLst>
          </p:cNvPr>
          <p:cNvCxnSpPr/>
          <p:nvPr/>
        </p:nvCxnSpPr>
        <p:spPr>
          <a:xfrm>
            <a:off x="8252552" y="46701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7ED1F13-BDA0-F370-381D-11AE0E2307B9}"/>
              </a:ext>
            </a:extLst>
          </p:cNvPr>
          <p:cNvCxnSpPr/>
          <p:nvPr/>
        </p:nvCxnSpPr>
        <p:spPr>
          <a:xfrm>
            <a:off x="8427916" y="46826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A311934F-69E2-5726-DE1A-48FB7C31A240}"/>
              </a:ext>
            </a:extLst>
          </p:cNvPr>
          <p:cNvCxnSpPr/>
          <p:nvPr/>
        </p:nvCxnSpPr>
        <p:spPr>
          <a:xfrm>
            <a:off x="8590754" y="46701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21D947B-ED65-81AC-B2A5-BA46642850AF}"/>
              </a:ext>
            </a:extLst>
          </p:cNvPr>
          <p:cNvCxnSpPr/>
          <p:nvPr/>
        </p:nvCxnSpPr>
        <p:spPr>
          <a:xfrm>
            <a:off x="8766118" y="46826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9D8D410-E626-9539-8147-E972677ABE1F}"/>
              </a:ext>
            </a:extLst>
          </p:cNvPr>
          <p:cNvCxnSpPr/>
          <p:nvPr/>
        </p:nvCxnSpPr>
        <p:spPr>
          <a:xfrm>
            <a:off x="8928956" y="46826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73D776F-B91F-FC50-BBD8-13D68E521B0E}"/>
              </a:ext>
            </a:extLst>
          </p:cNvPr>
          <p:cNvCxnSpPr/>
          <p:nvPr/>
        </p:nvCxnSpPr>
        <p:spPr>
          <a:xfrm>
            <a:off x="9093882" y="46722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32991CB-4520-6526-DA10-3C6C3FF5B281}"/>
              </a:ext>
            </a:extLst>
          </p:cNvPr>
          <p:cNvCxnSpPr/>
          <p:nvPr/>
        </p:nvCxnSpPr>
        <p:spPr>
          <a:xfrm>
            <a:off x="9269246" y="46847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98D8B55-6FEF-624F-7C62-3EC9944CC92A}"/>
              </a:ext>
            </a:extLst>
          </p:cNvPr>
          <p:cNvCxnSpPr/>
          <p:nvPr/>
        </p:nvCxnSpPr>
        <p:spPr>
          <a:xfrm>
            <a:off x="9434172" y="46993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488E9FF-05CF-DBC9-79C4-CEEAA5FC8D9A}"/>
              </a:ext>
            </a:extLst>
          </p:cNvPr>
          <p:cNvCxnSpPr/>
          <p:nvPr/>
        </p:nvCxnSpPr>
        <p:spPr>
          <a:xfrm>
            <a:off x="9555258" y="2152403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CC2EDEE4-99AB-7CEA-A6FF-80EB9FCA7CBC}"/>
              </a:ext>
            </a:extLst>
          </p:cNvPr>
          <p:cNvCxnSpPr/>
          <p:nvPr/>
        </p:nvCxnSpPr>
        <p:spPr>
          <a:xfrm>
            <a:off x="9281773" y="3019827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F3FD787-B38D-FA54-5354-DB1809DB6EF1}"/>
              </a:ext>
            </a:extLst>
          </p:cNvPr>
          <p:cNvCxnSpPr/>
          <p:nvPr/>
        </p:nvCxnSpPr>
        <p:spPr>
          <a:xfrm>
            <a:off x="9448786" y="3813137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D8740DE-48EB-B999-FF9D-CD87C210EAC6}"/>
              </a:ext>
            </a:extLst>
          </p:cNvPr>
          <p:cNvCxnSpPr/>
          <p:nvPr/>
        </p:nvCxnSpPr>
        <p:spPr>
          <a:xfrm>
            <a:off x="9586572" y="46889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414A8BB1-75D6-574C-2A17-F79784B52D8C}"/>
              </a:ext>
            </a:extLst>
          </p:cNvPr>
          <p:cNvCxnSpPr/>
          <p:nvPr/>
        </p:nvCxnSpPr>
        <p:spPr>
          <a:xfrm>
            <a:off x="2461364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4740978-E7E8-BC05-1CB5-B9772EDE7BB1}"/>
              </a:ext>
            </a:extLst>
          </p:cNvPr>
          <p:cNvCxnSpPr/>
          <p:nvPr/>
        </p:nvCxnSpPr>
        <p:spPr>
          <a:xfrm>
            <a:off x="2649254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1FF7E8C-3477-26FB-C5FE-7D331E0F5492}"/>
              </a:ext>
            </a:extLst>
          </p:cNvPr>
          <p:cNvCxnSpPr/>
          <p:nvPr/>
        </p:nvCxnSpPr>
        <p:spPr>
          <a:xfrm>
            <a:off x="2129426" y="214195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AA21005-F55C-3E86-BDD0-75053B25F24E}"/>
              </a:ext>
            </a:extLst>
          </p:cNvPr>
          <p:cNvCxnSpPr/>
          <p:nvPr/>
        </p:nvCxnSpPr>
        <p:spPr>
          <a:xfrm>
            <a:off x="2392472" y="215448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611505B-AD66-8B05-18A6-BBD9E9438102}"/>
              </a:ext>
            </a:extLst>
          </p:cNvPr>
          <p:cNvCxnSpPr/>
          <p:nvPr/>
        </p:nvCxnSpPr>
        <p:spPr>
          <a:xfrm>
            <a:off x="3841312" y="300207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8702963-9C6A-CCB4-E500-000F079997A3}"/>
              </a:ext>
            </a:extLst>
          </p:cNvPr>
          <p:cNvCxnSpPr/>
          <p:nvPr/>
        </p:nvCxnSpPr>
        <p:spPr>
          <a:xfrm>
            <a:off x="4680554" y="300207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495C2C3-2095-9ABC-34DA-6BD1546F0A57}"/>
              </a:ext>
            </a:extLst>
          </p:cNvPr>
          <p:cNvCxnSpPr/>
          <p:nvPr/>
        </p:nvCxnSpPr>
        <p:spPr>
          <a:xfrm>
            <a:off x="5421676" y="2991638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94BA9AF-4B73-B1BA-10B8-4890CB1639CD}"/>
              </a:ext>
            </a:extLst>
          </p:cNvPr>
          <p:cNvCxnSpPr/>
          <p:nvPr/>
        </p:nvCxnSpPr>
        <p:spPr>
          <a:xfrm>
            <a:off x="6323548" y="2991638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94FCFD4-4C92-ACCE-8B45-707E6FC2816A}"/>
              </a:ext>
            </a:extLst>
          </p:cNvPr>
          <p:cNvCxnSpPr/>
          <p:nvPr/>
        </p:nvCxnSpPr>
        <p:spPr>
          <a:xfrm>
            <a:off x="7162790" y="2991638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EBB3C6B-D3A0-98F7-F6BE-D6E0CE105BAA}"/>
              </a:ext>
            </a:extLst>
          </p:cNvPr>
          <p:cNvCxnSpPr/>
          <p:nvPr/>
        </p:nvCxnSpPr>
        <p:spPr>
          <a:xfrm>
            <a:off x="7878860" y="299372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52F5FE4-53AA-96C5-4E20-36C0EEFA1C25}"/>
              </a:ext>
            </a:extLst>
          </p:cNvPr>
          <p:cNvCxnSpPr/>
          <p:nvPr/>
        </p:nvCxnSpPr>
        <p:spPr>
          <a:xfrm>
            <a:off x="8605368" y="2981200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294C2AE-4DB8-EEFA-FD72-C2933FDFFE2D}"/>
              </a:ext>
            </a:extLst>
          </p:cNvPr>
          <p:cNvCxnSpPr/>
          <p:nvPr/>
        </p:nvCxnSpPr>
        <p:spPr>
          <a:xfrm>
            <a:off x="2872634" y="382461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DE6C70D-9F09-E9C8-B63A-DEBE85E234E3}"/>
              </a:ext>
            </a:extLst>
          </p:cNvPr>
          <p:cNvCxnSpPr/>
          <p:nvPr/>
        </p:nvCxnSpPr>
        <p:spPr>
          <a:xfrm>
            <a:off x="3050086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BE4817D8-7D07-FC6C-ACA8-7E230A3162FC}"/>
              </a:ext>
            </a:extLst>
          </p:cNvPr>
          <p:cNvCxnSpPr/>
          <p:nvPr/>
        </p:nvCxnSpPr>
        <p:spPr>
          <a:xfrm>
            <a:off x="3240064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BB90DE1-640E-A57B-2009-2023574B2F6D}"/>
              </a:ext>
            </a:extLst>
          </p:cNvPr>
          <p:cNvCxnSpPr/>
          <p:nvPr/>
        </p:nvCxnSpPr>
        <p:spPr>
          <a:xfrm>
            <a:off x="3427954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2A20E219-B5DA-E216-D6EE-1519991F83D7}"/>
              </a:ext>
            </a:extLst>
          </p:cNvPr>
          <p:cNvCxnSpPr/>
          <p:nvPr/>
        </p:nvCxnSpPr>
        <p:spPr>
          <a:xfrm>
            <a:off x="3586616" y="382461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B182A736-C81C-9EC7-14CD-E00FC20566A3}"/>
              </a:ext>
            </a:extLst>
          </p:cNvPr>
          <p:cNvCxnSpPr/>
          <p:nvPr/>
        </p:nvCxnSpPr>
        <p:spPr>
          <a:xfrm>
            <a:off x="3764068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911286DD-5AF4-59D4-6A0B-D8B8DE951580}"/>
              </a:ext>
            </a:extLst>
          </p:cNvPr>
          <p:cNvCxnSpPr/>
          <p:nvPr/>
        </p:nvCxnSpPr>
        <p:spPr>
          <a:xfrm>
            <a:off x="3954046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B2A865D-81BF-016E-3FEA-6956C1B02375}"/>
              </a:ext>
            </a:extLst>
          </p:cNvPr>
          <p:cNvCxnSpPr/>
          <p:nvPr/>
        </p:nvCxnSpPr>
        <p:spPr>
          <a:xfrm>
            <a:off x="4141936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29A8A56-5EE6-F19D-4F13-39DD32E84D26}"/>
              </a:ext>
            </a:extLst>
          </p:cNvPr>
          <p:cNvCxnSpPr/>
          <p:nvPr/>
        </p:nvCxnSpPr>
        <p:spPr>
          <a:xfrm>
            <a:off x="4350702" y="381209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0DB9AB7C-B79E-A6DD-7B54-C4A1EA7F98B8}"/>
              </a:ext>
            </a:extLst>
          </p:cNvPr>
          <p:cNvCxnSpPr/>
          <p:nvPr/>
        </p:nvCxnSpPr>
        <p:spPr>
          <a:xfrm>
            <a:off x="4528154" y="380165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3DC8298-9953-2C8A-630A-DCE1C5167946}"/>
              </a:ext>
            </a:extLst>
          </p:cNvPr>
          <p:cNvCxnSpPr/>
          <p:nvPr/>
        </p:nvCxnSpPr>
        <p:spPr>
          <a:xfrm>
            <a:off x="4718132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EE90235-30DE-8408-946A-521E69867557}"/>
              </a:ext>
            </a:extLst>
          </p:cNvPr>
          <p:cNvCxnSpPr/>
          <p:nvPr/>
        </p:nvCxnSpPr>
        <p:spPr>
          <a:xfrm>
            <a:off x="4906022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84119E8-276F-FC53-6671-F4626A132F78}"/>
              </a:ext>
            </a:extLst>
          </p:cNvPr>
          <p:cNvCxnSpPr/>
          <p:nvPr/>
        </p:nvCxnSpPr>
        <p:spPr>
          <a:xfrm>
            <a:off x="5129402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F6C0390D-3C5B-D59C-270C-08E1B291F2BD}"/>
              </a:ext>
            </a:extLst>
          </p:cNvPr>
          <p:cNvCxnSpPr/>
          <p:nvPr/>
        </p:nvCxnSpPr>
        <p:spPr>
          <a:xfrm>
            <a:off x="530685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4E187F5A-0E8B-27D0-3038-EA64B1DFD96A}"/>
              </a:ext>
            </a:extLst>
          </p:cNvPr>
          <p:cNvCxnSpPr/>
          <p:nvPr/>
        </p:nvCxnSpPr>
        <p:spPr>
          <a:xfrm>
            <a:off x="5496832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87AB8C89-A01A-D91B-DFE8-D7DFA412B034}"/>
              </a:ext>
            </a:extLst>
          </p:cNvPr>
          <p:cNvCxnSpPr/>
          <p:nvPr/>
        </p:nvCxnSpPr>
        <p:spPr>
          <a:xfrm>
            <a:off x="5684722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1704F56-7DD9-8284-0E1D-1D057BADB9EF}"/>
              </a:ext>
            </a:extLst>
          </p:cNvPr>
          <p:cNvCxnSpPr/>
          <p:nvPr/>
        </p:nvCxnSpPr>
        <p:spPr>
          <a:xfrm>
            <a:off x="5843384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3F1FFB7E-1B85-9937-76C0-E4A8B8AF5076}"/>
              </a:ext>
            </a:extLst>
          </p:cNvPr>
          <p:cNvCxnSpPr/>
          <p:nvPr/>
        </p:nvCxnSpPr>
        <p:spPr>
          <a:xfrm>
            <a:off x="6020836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23EF9AAF-D22A-B1E6-E305-4C5F5FD956CF}"/>
              </a:ext>
            </a:extLst>
          </p:cNvPr>
          <p:cNvCxnSpPr/>
          <p:nvPr/>
        </p:nvCxnSpPr>
        <p:spPr>
          <a:xfrm>
            <a:off x="621081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C6D2B77-2FC1-3614-E93F-514331CD202E}"/>
              </a:ext>
            </a:extLst>
          </p:cNvPr>
          <p:cNvCxnSpPr/>
          <p:nvPr/>
        </p:nvCxnSpPr>
        <p:spPr>
          <a:xfrm>
            <a:off x="639870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CCBF870-1BA6-F539-0521-121681724471}"/>
              </a:ext>
            </a:extLst>
          </p:cNvPr>
          <p:cNvCxnSpPr/>
          <p:nvPr/>
        </p:nvCxnSpPr>
        <p:spPr>
          <a:xfrm>
            <a:off x="6567804" y="381209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A6B82FB6-AB2F-9095-18B5-126B846E2AAC}"/>
              </a:ext>
            </a:extLst>
          </p:cNvPr>
          <p:cNvCxnSpPr/>
          <p:nvPr/>
        </p:nvCxnSpPr>
        <p:spPr>
          <a:xfrm>
            <a:off x="6745256" y="380165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85ECC69-3AC2-9BA1-6919-ED30AB0A50F6}"/>
              </a:ext>
            </a:extLst>
          </p:cNvPr>
          <p:cNvCxnSpPr/>
          <p:nvPr/>
        </p:nvCxnSpPr>
        <p:spPr>
          <a:xfrm>
            <a:off x="693523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AC34A08-8EF8-2B94-A34A-347203BA60F5}"/>
              </a:ext>
            </a:extLst>
          </p:cNvPr>
          <p:cNvCxnSpPr/>
          <p:nvPr/>
        </p:nvCxnSpPr>
        <p:spPr>
          <a:xfrm>
            <a:off x="712312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A5E5832D-7E66-C25D-FE2B-5E62894A57B5}"/>
              </a:ext>
            </a:extLst>
          </p:cNvPr>
          <p:cNvCxnSpPr/>
          <p:nvPr/>
        </p:nvCxnSpPr>
        <p:spPr>
          <a:xfrm>
            <a:off x="7346504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C02C7E3-EDE3-0ACE-F034-8143A67185F2}"/>
              </a:ext>
            </a:extLst>
          </p:cNvPr>
          <p:cNvCxnSpPr/>
          <p:nvPr/>
        </p:nvCxnSpPr>
        <p:spPr>
          <a:xfrm>
            <a:off x="7523956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9AB42E9-69F5-EFF6-E3C4-CBF802095E7B}"/>
              </a:ext>
            </a:extLst>
          </p:cNvPr>
          <p:cNvCxnSpPr/>
          <p:nvPr/>
        </p:nvCxnSpPr>
        <p:spPr>
          <a:xfrm>
            <a:off x="771393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2D3C5D33-BDF0-8489-E326-26751316850B}"/>
              </a:ext>
            </a:extLst>
          </p:cNvPr>
          <p:cNvCxnSpPr/>
          <p:nvPr/>
        </p:nvCxnSpPr>
        <p:spPr>
          <a:xfrm>
            <a:off x="790182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24B64BCA-AB2F-6834-128E-2841B4CCC6C6}"/>
              </a:ext>
            </a:extLst>
          </p:cNvPr>
          <p:cNvCxnSpPr/>
          <p:nvPr/>
        </p:nvCxnSpPr>
        <p:spPr>
          <a:xfrm>
            <a:off x="8060486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7D96DA8E-E37F-2D91-80E9-C5ACA8E1BB00}"/>
              </a:ext>
            </a:extLst>
          </p:cNvPr>
          <p:cNvCxnSpPr/>
          <p:nvPr/>
        </p:nvCxnSpPr>
        <p:spPr>
          <a:xfrm>
            <a:off x="8237938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43F2A253-6800-1574-AFC6-B5F0B65FF45D}"/>
              </a:ext>
            </a:extLst>
          </p:cNvPr>
          <p:cNvCxnSpPr/>
          <p:nvPr/>
        </p:nvCxnSpPr>
        <p:spPr>
          <a:xfrm>
            <a:off x="8427916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D3D8BAB-C01C-26BF-9955-EE630B2539D1}"/>
              </a:ext>
            </a:extLst>
          </p:cNvPr>
          <p:cNvCxnSpPr/>
          <p:nvPr/>
        </p:nvCxnSpPr>
        <p:spPr>
          <a:xfrm>
            <a:off x="8615806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ED285B38-0704-0511-C41E-E973A2752FB9}"/>
              </a:ext>
            </a:extLst>
          </p:cNvPr>
          <p:cNvCxnSpPr/>
          <p:nvPr/>
        </p:nvCxnSpPr>
        <p:spPr>
          <a:xfrm>
            <a:off x="881413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DD7618A8-1F57-95CE-05A8-03A2CDF14895}"/>
              </a:ext>
            </a:extLst>
          </p:cNvPr>
          <p:cNvCxnSpPr/>
          <p:nvPr/>
        </p:nvCxnSpPr>
        <p:spPr>
          <a:xfrm>
            <a:off x="9004112" y="380582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BAF96C7D-E967-6D32-CC26-3F5963876D23}"/>
              </a:ext>
            </a:extLst>
          </p:cNvPr>
          <p:cNvCxnSpPr/>
          <p:nvPr/>
        </p:nvCxnSpPr>
        <p:spPr>
          <a:xfrm>
            <a:off x="9231668" y="382044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6F367CA0-EB89-904F-41B7-1AA5664C56EA}"/>
              </a:ext>
            </a:extLst>
          </p:cNvPr>
          <p:cNvCxnSpPr/>
          <p:nvPr/>
        </p:nvCxnSpPr>
        <p:spPr>
          <a:xfrm>
            <a:off x="2642992" y="214195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541D191D-4407-37EA-E1F2-488EAC1B549A}"/>
              </a:ext>
            </a:extLst>
          </p:cNvPr>
          <p:cNvCxnSpPr/>
          <p:nvPr/>
        </p:nvCxnSpPr>
        <p:spPr>
          <a:xfrm>
            <a:off x="2883074" y="214404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005DA9AD-BFED-28EC-E44B-32B68126D9E8}"/>
              </a:ext>
            </a:extLst>
          </p:cNvPr>
          <p:cNvCxnSpPr/>
          <p:nvPr/>
        </p:nvCxnSpPr>
        <p:spPr>
          <a:xfrm>
            <a:off x="3146120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4070454-2515-6D5F-61DD-31DD0551AF6B}"/>
              </a:ext>
            </a:extLst>
          </p:cNvPr>
          <p:cNvCxnSpPr/>
          <p:nvPr/>
        </p:nvCxnSpPr>
        <p:spPr>
          <a:xfrm>
            <a:off x="3432130" y="215448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675FE80-5FB2-DB00-BA87-F405DB2DD37B}"/>
              </a:ext>
            </a:extLst>
          </p:cNvPr>
          <p:cNvCxnSpPr/>
          <p:nvPr/>
        </p:nvCxnSpPr>
        <p:spPr>
          <a:xfrm>
            <a:off x="3672212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5B280D7-233C-F079-442A-60E95943A2E2}"/>
              </a:ext>
            </a:extLst>
          </p:cNvPr>
          <p:cNvCxnSpPr/>
          <p:nvPr/>
        </p:nvCxnSpPr>
        <p:spPr>
          <a:xfrm>
            <a:off x="3935258" y="216909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87385780-E35F-A072-CE17-0AD964B351E1}"/>
              </a:ext>
            </a:extLst>
          </p:cNvPr>
          <p:cNvCxnSpPr/>
          <p:nvPr/>
        </p:nvCxnSpPr>
        <p:spPr>
          <a:xfrm>
            <a:off x="4185778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44CF7D00-AC44-36A6-53E1-4BD989268F03}"/>
              </a:ext>
            </a:extLst>
          </p:cNvPr>
          <p:cNvCxnSpPr/>
          <p:nvPr/>
        </p:nvCxnSpPr>
        <p:spPr>
          <a:xfrm>
            <a:off x="4425860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61AAEBC-B51A-56A4-6A0B-2C8EC8BA3FFB}"/>
              </a:ext>
            </a:extLst>
          </p:cNvPr>
          <p:cNvCxnSpPr/>
          <p:nvPr/>
        </p:nvCxnSpPr>
        <p:spPr>
          <a:xfrm>
            <a:off x="4688906" y="217118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95057CA9-AA52-429B-4814-44C6763B9D08}"/>
              </a:ext>
            </a:extLst>
          </p:cNvPr>
          <p:cNvCxnSpPr/>
          <p:nvPr/>
        </p:nvCxnSpPr>
        <p:spPr>
          <a:xfrm>
            <a:off x="4960302" y="214195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AE66D81E-4AAF-4338-3713-E32E19C26298}"/>
              </a:ext>
            </a:extLst>
          </p:cNvPr>
          <p:cNvCxnSpPr/>
          <p:nvPr/>
        </p:nvCxnSpPr>
        <p:spPr>
          <a:xfrm>
            <a:off x="5200384" y="214404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AD0C5CC5-6B56-1F31-64F1-71008913BD9A}"/>
              </a:ext>
            </a:extLst>
          </p:cNvPr>
          <p:cNvCxnSpPr/>
          <p:nvPr/>
        </p:nvCxnSpPr>
        <p:spPr>
          <a:xfrm>
            <a:off x="5463430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4C9672E1-056C-0ED3-A44E-A1E7ED6CB9F8}"/>
              </a:ext>
            </a:extLst>
          </p:cNvPr>
          <p:cNvCxnSpPr/>
          <p:nvPr/>
        </p:nvCxnSpPr>
        <p:spPr>
          <a:xfrm>
            <a:off x="5713950" y="214404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F958C8C5-70BC-F3D5-758F-139BF12A6343}"/>
              </a:ext>
            </a:extLst>
          </p:cNvPr>
          <p:cNvCxnSpPr/>
          <p:nvPr/>
        </p:nvCxnSpPr>
        <p:spPr>
          <a:xfrm>
            <a:off x="5954032" y="214613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9C839965-949A-208E-67BE-0E4456E5AC16}"/>
              </a:ext>
            </a:extLst>
          </p:cNvPr>
          <p:cNvCxnSpPr/>
          <p:nvPr/>
        </p:nvCxnSpPr>
        <p:spPr>
          <a:xfrm>
            <a:off x="6217078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8759F10C-6660-FFE8-7327-2213B77D418A}"/>
              </a:ext>
            </a:extLst>
          </p:cNvPr>
          <p:cNvCxnSpPr/>
          <p:nvPr/>
        </p:nvCxnSpPr>
        <p:spPr>
          <a:xfrm>
            <a:off x="6503088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10B6E227-80F7-F9D9-557B-E822981A2DDA}"/>
              </a:ext>
            </a:extLst>
          </p:cNvPr>
          <p:cNvCxnSpPr/>
          <p:nvPr/>
        </p:nvCxnSpPr>
        <p:spPr>
          <a:xfrm>
            <a:off x="6743170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12A30B56-7E44-AF53-A76E-4A9C2032ABF3}"/>
              </a:ext>
            </a:extLst>
          </p:cNvPr>
          <p:cNvCxnSpPr/>
          <p:nvPr/>
        </p:nvCxnSpPr>
        <p:spPr>
          <a:xfrm>
            <a:off x="7006216" y="217118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116ECE5-053E-D57B-2099-650652AB6187}"/>
              </a:ext>
            </a:extLst>
          </p:cNvPr>
          <p:cNvCxnSpPr/>
          <p:nvPr/>
        </p:nvCxnSpPr>
        <p:spPr>
          <a:xfrm>
            <a:off x="7256736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47FAB651-45EB-ECF1-0919-AE4502A7AA24}"/>
              </a:ext>
            </a:extLst>
          </p:cNvPr>
          <p:cNvCxnSpPr/>
          <p:nvPr/>
        </p:nvCxnSpPr>
        <p:spPr>
          <a:xfrm>
            <a:off x="7496818" y="216074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80557F7D-E257-0A85-C489-8015CEFEE9D5}"/>
              </a:ext>
            </a:extLst>
          </p:cNvPr>
          <p:cNvCxnSpPr/>
          <p:nvPr/>
        </p:nvCxnSpPr>
        <p:spPr>
          <a:xfrm>
            <a:off x="7759864" y="217327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40E10E3A-D87E-975A-E436-7D6B9BDDCEC5}"/>
              </a:ext>
            </a:extLst>
          </p:cNvPr>
          <p:cNvCxnSpPr/>
          <p:nvPr/>
        </p:nvCxnSpPr>
        <p:spPr>
          <a:xfrm>
            <a:off x="8010384" y="213569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D7A81438-1967-AE55-3189-2A6990479373}"/>
              </a:ext>
            </a:extLst>
          </p:cNvPr>
          <p:cNvCxnSpPr/>
          <p:nvPr/>
        </p:nvCxnSpPr>
        <p:spPr>
          <a:xfrm>
            <a:off x="8273430" y="214822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CC2D248F-89BA-B95D-7C65-6874C84FE10A}"/>
              </a:ext>
            </a:extLst>
          </p:cNvPr>
          <p:cNvCxnSpPr/>
          <p:nvPr/>
        </p:nvCxnSpPr>
        <p:spPr>
          <a:xfrm>
            <a:off x="8523950" y="213569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5BA3889F-BDBB-84ED-DF9E-6DF5982B9AAD}"/>
              </a:ext>
            </a:extLst>
          </p:cNvPr>
          <p:cNvCxnSpPr/>
          <p:nvPr/>
        </p:nvCxnSpPr>
        <p:spPr>
          <a:xfrm>
            <a:off x="8764032" y="213778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3DAA571E-B83E-A78A-4B26-CA93CCEFFB7E}"/>
              </a:ext>
            </a:extLst>
          </p:cNvPr>
          <p:cNvCxnSpPr/>
          <p:nvPr/>
        </p:nvCxnSpPr>
        <p:spPr>
          <a:xfrm>
            <a:off x="9027078" y="215031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8AEAA3FF-7843-F686-111C-BA9659249F99}"/>
              </a:ext>
            </a:extLst>
          </p:cNvPr>
          <p:cNvCxnSpPr/>
          <p:nvPr/>
        </p:nvCxnSpPr>
        <p:spPr>
          <a:xfrm>
            <a:off x="9254634" y="21398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9889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28F03-3519-98A5-62F0-EF81CDA17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661EAF0-0C29-6105-293C-8CDA79FBA62D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623927-F8FC-60AD-3398-BC1E83805FB6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C08AEB-0FAD-3DAA-0884-A25C752081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43" y="1458275"/>
            <a:ext cx="10753493" cy="4822049"/>
          </a:xfrm>
        </p:spPr>
        <p:txBody>
          <a:bodyPr>
            <a:normAutofit/>
          </a:bodyPr>
          <a:lstStyle/>
          <a:p>
            <a:r>
              <a:rPr lang="en-US" dirty="0"/>
              <a:t>We can now see the need for interpolation due to misalignment in order to derive a ratio time series.</a:t>
            </a:r>
          </a:p>
          <a:p>
            <a:endParaRPr lang="en-US" dirty="0">
              <a:cs typeface="Arial" panose="020B0604020202020204" pitchFamily="34" charset="0"/>
            </a:endParaRPr>
          </a:p>
          <a:p>
            <a:r>
              <a:rPr lang="en-US" dirty="0">
                <a:cs typeface="Arial" panose="020B0604020202020204" pitchFamily="34" charset="0"/>
              </a:rPr>
              <a:t>We re-index the shift data to match the comb date-time/MJD indices. The result, merges </a:t>
            </a:r>
            <a:r>
              <a:rPr lang="en-US" dirty="0"/>
              <a:t>the datetime indices of the shift data with those indices from the comb data.</a:t>
            </a:r>
          </a:p>
          <a:p>
            <a:endParaRPr lang="en-US" dirty="0"/>
          </a:p>
          <a:p>
            <a:r>
              <a:rPr lang="en-US" dirty="0">
                <a:cs typeface="Arial" panose="020B0604020202020204" pitchFamily="34" charset="0"/>
              </a:rPr>
              <a:t>Finally, we can implement an interpolation limit so that we avoid interpolating over large gaps of “missing” data. </a:t>
            </a:r>
          </a:p>
          <a:p>
            <a:endParaRPr lang="en-US" dirty="0"/>
          </a:p>
          <a:p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75595B-6BA8-BE87-6B99-9DAB2338F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Comparing MDJ for comb and shift data</a:t>
            </a:r>
          </a:p>
        </p:txBody>
      </p:sp>
    </p:spTree>
    <p:extLst>
      <p:ext uri="{BB962C8B-B14F-4D97-AF65-F5344CB8AC3E}">
        <p14:creationId xmlns:p14="http://schemas.microsoft.com/office/powerpoint/2010/main" val="12765982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A5C32-CDFD-7E84-C7F8-9A519C8C7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9682CE67-73B7-779F-FAEB-40CDCA0753A7}"/>
              </a:ext>
            </a:extLst>
          </p:cNvPr>
          <p:cNvCxnSpPr/>
          <p:nvPr/>
        </p:nvCxnSpPr>
        <p:spPr>
          <a:xfrm>
            <a:off x="2048006" y="214822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B260FA68-39A4-3C36-B515-F64C19996B46}"/>
              </a:ext>
            </a:extLst>
          </p:cNvPr>
          <p:cNvCxnSpPr/>
          <p:nvPr/>
        </p:nvCxnSpPr>
        <p:spPr>
          <a:xfrm>
            <a:off x="2212932" y="213778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70302F41-CA76-57E3-5588-DBD3F6DA547C}"/>
              </a:ext>
            </a:extLst>
          </p:cNvPr>
          <p:cNvCxnSpPr/>
          <p:nvPr/>
        </p:nvCxnSpPr>
        <p:spPr>
          <a:xfrm>
            <a:off x="2388296" y="215030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922DEB2D-D2D3-5305-F326-249602E8A61D}"/>
              </a:ext>
            </a:extLst>
          </p:cNvPr>
          <p:cNvCxnSpPr/>
          <p:nvPr/>
        </p:nvCxnSpPr>
        <p:spPr>
          <a:xfrm>
            <a:off x="2551134" y="215030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01C2446A-E2D0-A06D-8C6C-CCC115A9D28A}"/>
              </a:ext>
            </a:extLst>
          </p:cNvPr>
          <p:cNvCxnSpPr/>
          <p:nvPr/>
        </p:nvCxnSpPr>
        <p:spPr>
          <a:xfrm>
            <a:off x="2716060" y="21398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C99929F4-F9AC-20A3-3096-AF17A73D03BA}"/>
              </a:ext>
            </a:extLst>
          </p:cNvPr>
          <p:cNvCxnSpPr/>
          <p:nvPr/>
        </p:nvCxnSpPr>
        <p:spPr>
          <a:xfrm>
            <a:off x="2891424" y="215239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948306B5-2AA5-4D3C-27C8-6BE5934866C5}"/>
              </a:ext>
            </a:extLst>
          </p:cNvPr>
          <p:cNvCxnSpPr/>
          <p:nvPr/>
        </p:nvCxnSpPr>
        <p:spPr>
          <a:xfrm>
            <a:off x="3077226" y="21753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D72DAD8D-0B93-0CDB-14BF-66B0BF78DE85}"/>
              </a:ext>
            </a:extLst>
          </p:cNvPr>
          <p:cNvCxnSpPr/>
          <p:nvPr/>
        </p:nvCxnSpPr>
        <p:spPr>
          <a:xfrm>
            <a:off x="3242152" y="21649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3C4E81D3-98B7-D201-6D93-06AED6D5E021}"/>
              </a:ext>
            </a:extLst>
          </p:cNvPr>
          <p:cNvCxnSpPr/>
          <p:nvPr/>
        </p:nvCxnSpPr>
        <p:spPr>
          <a:xfrm>
            <a:off x="3417516" y="21774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4C77B4C4-CED1-1CA0-309F-89BF148322A6}"/>
              </a:ext>
            </a:extLst>
          </p:cNvPr>
          <p:cNvCxnSpPr/>
          <p:nvPr/>
        </p:nvCxnSpPr>
        <p:spPr>
          <a:xfrm>
            <a:off x="3580354" y="21774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50183747-9607-8592-83AA-F7215F11D155}"/>
              </a:ext>
            </a:extLst>
          </p:cNvPr>
          <p:cNvCxnSpPr/>
          <p:nvPr/>
        </p:nvCxnSpPr>
        <p:spPr>
          <a:xfrm>
            <a:off x="3745280" y="21670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CEF9D785-D918-EBFD-2C35-5792E5408460}"/>
              </a:ext>
            </a:extLst>
          </p:cNvPr>
          <p:cNvCxnSpPr/>
          <p:nvPr/>
        </p:nvCxnSpPr>
        <p:spPr>
          <a:xfrm>
            <a:off x="3920644" y="21795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49050242-5215-CC5D-8E64-4B922C6602F8}"/>
              </a:ext>
            </a:extLst>
          </p:cNvPr>
          <p:cNvCxnSpPr/>
          <p:nvPr/>
        </p:nvCxnSpPr>
        <p:spPr>
          <a:xfrm>
            <a:off x="4091832" y="21753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150EEFA6-3291-7CC3-AEE4-9BED02985892}"/>
              </a:ext>
            </a:extLst>
          </p:cNvPr>
          <p:cNvCxnSpPr/>
          <p:nvPr/>
        </p:nvCxnSpPr>
        <p:spPr>
          <a:xfrm>
            <a:off x="4256758" y="21649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D44D81DC-92A0-2A3E-701E-35932F82E9EE}"/>
              </a:ext>
            </a:extLst>
          </p:cNvPr>
          <p:cNvCxnSpPr/>
          <p:nvPr/>
        </p:nvCxnSpPr>
        <p:spPr>
          <a:xfrm>
            <a:off x="4432122" y="21774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19DA4B75-F6FF-8FB0-271D-279DE08FEBAF}"/>
              </a:ext>
            </a:extLst>
          </p:cNvPr>
          <p:cNvCxnSpPr/>
          <p:nvPr/>
        </p:nvCxnSpPr>
        <p:spPr>
          <a:xfrm>
            <a:off x="4594960" y="21774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D91BFD2D-1C3E-52F0-7A1C-A155F0D8A4CD}"/>
              </a:ext>
            </a:extLst>
          </p:cNvPr>
          <p:cNvCxnSpPr/>
          <p:nvPr/>
        </p:nvCxnSpPr>
        <p:spPr>
          <a:xfrm>
            <a:off x="4759886" y="21670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B71B7332-BB42-CDF6-3EEE-CB5C3EF9D738}"/>
              </a:ext>
            </a:extLst>
          </p:cNvPr>
          <p:cNvCxnSpPr/>
          <p:nvPr/>
        </p:nvCxnSpPr>
        <p:spPr>
          <a:xfrm>
            <a:off x="4935250" y="21795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C1E34EC0-1C19-562D-0952-C5CF70A25023}"/>
              </a:ext>
            </a:extLst>
          </p:cNvPr>
          <p:cNvCxnSpPr/>
          <p:nvPr/>
        </p:nvCxnSpPr>
        <p:spPr>
          <a:xfrm>
            <a:off x="5121052" y="21774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Straight Connector 344">
            <a:extLst>
              <a:ext uri="{FF2B5EF4-FFF2-40B4-BE49-F238E27FC236}">
                <a16:creationId xmlns:a16="http://schemas.microsoft.com/office/drawing/2014/main" id="{519C9C5F-19A5-FD77-FA4D-C34C76B2DF13}"/>
              </a:ext>
            </a:extLst>
          </p:cNvPr>
          <p:cNvCxnSpPr/>
          <p:nvPr/>
        </p:nvCxnSpPr>
        <p:spPr>
          <a:xfrm>
            <a:off x="5285978" y="21670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Connector 345">
            <a:extLst>
              <a:ext uri="{FF2B5EF4-FFF2-40B4-BE49-F238E27FC236}">
                <a16:creationId xmlns:a16="http://schemas.microsoft.com/office/drawing/2014/main" id="{F789771E-5D64-49FE-9773-761417DFB78C}"/>
              </a:ext>
            </a:extLst>
          </p:cNvPr>
          <p:cNvCxnSpPr/>
          <p:nvPr/>
        </p:nvCxnSpPr>
        <p:spPr>
          <a:xfrm>
            <a:off x="5461342" y="21795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AAE54397-A295-9DF5-249B-D90810D52558}"/>
              </a:ext>
            </a:extLst>
          </p:cNvPr>
          <p:cNvCxnSpPr/>
          <p:nvPr/>
        </p:nvCxnSpPr>
        <p:spPr>
          <a:xfrm>
            <a:off x="5624180" y="21795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Connector 347">
            <a:extLst>
              <a:ext uri="{FF2B5EF4-FFF2-40B4-BE49-F238E27FC236}">
                <a16:creationId xmlns:a16="http://schemas.microsoft.com/office/drawing/2014/main" id="{4DB30603-6107-BA32-2CC0-081AE9CA03EC}"/>
              </a:ext>
            </a:extLst>
          </p:cNvPr>
          <p:cNvCxnSpPr/>
          <p:nvPr/>
        </p:nvCxnSpPr>
        <p:spPr>
          <a:xfrm>
            <a:off x="5789106" y="216909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E6BB2131-A7D3-3E61-8A2B-FF12F80BF65B}"/>
              </a:ext>
            </a:extLst>
          </p:cNvPr>
          <p:cNvCxnSpPr/>
          <p:nvPr/>
        </p:nvCxnSpPr>
        <p:spPr>
          <a:xfrm>
            <a:off x="5964470" y="21816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Connector 349">
            <a:extLst>
              <a:ext uri="{FF2B5EF4-FFF2-40B4-BE49-F238E27FC236}">
                <a16:creationId xmlns:a16="http://schemas.microsoft.com/office/drawing/2014/main" id="{103EF572-AC84-B593-791A-CF330605CA8B}"/>
              </a:ext>
            </a:extLst>
          </p:cNvPr>
          <p:cNvCxnSpPr/>
          <p:nvPr/>
        </p:nvCxnSpPr>
        <p:spPr>
          <a:xfrm>
            <a:off x="6152360" y="213152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Straight Connector 350">
            <a:extLst>
              <a:ext uri="{FF2B5EF4-FFF2-40B4-BE49-F238E27FC236}">
                <a16:creationId xmlns:a16="http://schemas.microsoft.com/office/drawing/2014/main" id="{8B66D39B-5AAF-6C49-8FA9-EF009433FA99}"/>
              </a:ext>
            </a:extLst>
          </p:cNvPr>
          <p:cNvCxnSpPr/>
          <p:nvPr/>
        </p:nvCxnSpPr>
        <p:spPr>
          <a:xfrm>
            <a:off x="6327724" y="214404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Connector 351">
            <a:extLst>
              <a:ext uri="{FF2B5EF4-FFF2-40B4-BE49-F238E27FC236}">
                <a16:creationId xmlns:a16="http://schemas.microsoft.com/office/drawing/2014/main" id="{F07C7204-341D-C8D1-6C0A-DC5B77C79232}"/>
              </a:ext>
            </a:extLst>
          </p:cNvPr>
          <p:cNvCxnSpPr/>
          <p:nvPr/>
        </p:nvCxnSpPr>
        <p:spPr>
          <a:xfrm>
            <a:off x="6498912" y="21398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EAB3AE94-EFE7-5DC1-35CD-2FD631B71628}"/>
              </a:ext>
            </a:extLst>
          </p:cNvPr>
          <p:cNvCxnSpPr/>
          <p:nvPr/>
        </p:nvCxnSpPr>
        <p:spPr>
          <a:xfrm>
            <a:off x="6663838" y="212943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16D35773-A370-9AC7-3D8C-BBC0AF765B96}"/>
              </a:ext>
            </a:extLst>
          </p:cNvPr>
          <p:cNvCxnSpPr/>
          <p:nvPr/>
        </p:nvCxnSpPr>
        <p:spPr>
          <a:xfrm>
            <a:off x="6839202" y="214195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6C9E48FD-E250-453D-74D1-1817BE0444DB}"/>
              </a:ext>
            </a:extLst>
          </p:cNvPr>
          <p:cNvCxnSpPr/>
          <p:nvPr/>
        </p:nvCxnSpPr>
        <p:spPr>
          <a:xfrm>
            <a:off x="7002040" y="214195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Straight Connector 355">
            <a:extLst>
              <a:ext uri="{FF2B5EF4-FFF2-40B4-BE49-F238E27FC236}">
                <a16:creationId xmlns:a16="http://schemas.microsoft.com/office/drawing/2014/main" id="{6B777A1D-1388-BD08-431E-A9C5283A3A1B}"/>
              </a:ext>
            </a:extLst>
          </p:cNvPr>
          <p:cNvCxnSpPr/>
          <p:nvPr/>
        </p:nvCxnSpPr>
        <p:spPr>
          <a:xfrm>
            <a:off x="7166966" y="213152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7287C90F-8A8F-D185-A1AC-DEDEFDBCCC68}"/>
              </a:ext>
            </a:extLst>
          </p:cNvPr>
          <p:cNvCxnSpPr/>
          <p:nvPr/>
        </p:nvCxnSpPr>
        <p:spPr>
          <a:xfrm>
            <a:off x="7342330" y="214404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6677DF51-B406-19B0-BFD3-B141DCE12F85}"/>
              </a:ext>
            </a:extLst>
          </p:cNvPr>
          <p:cNvCxnSpPr/>
          <p:nvPr/>
        </p:nvCxnSpPr>
        <p:spPr>
          <a:xfrm>
            <a:off x="7528132" y="214195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Connector 358">
            <a:extLst>
              <a:ext uri="{FF2B5EF4-FFF2-40B4-BE49-F238E27FC236}">
                <a16:creationId xmlns:a16="http://schemas.microsoft.com/office/drawing/2014/main" id="{FB95EE18-BCFA-FCAE-3E4A-53B3D8B1EF0B}"/>
              </a:ext>
            </a:extLst>
          </p:cNvPr>
          <p:cNvCxnSpPr/>
          <p:nvPr/>
        </p:nvCxnSpPr>
        <p:spPr>
          <a:xfrm>
            <a:off x="7693058" y="213152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Connector 359">
            <a:extLst>
              <a:ext uri="{FF2B5EF4-FFF2-40B4-BE49-F238E27FC236}">
                <a16:creationId xmlns:a16="http://schemas.microsoft.com/office/drawing/2014/main" id="{4F31C0E1-2AFE-173E-B3C4-8E84F1CD10D8}"/>
              </a:ext>
            </a:extLst>
          </p:cNvPr>
          <p:cNvCxnSpPr/>
          <p:nvPr/>
        </p:nvCxnSpPr>
        <p:spPr>
          <a:xfrm>
            <a:off x="7868422" y="214404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A5032CB-3CE7-20F3-EE65-9C5FD73C36D7}"/>
              </a:ext>
            </a:extLst>
          </p:cNvPr>
          <p:cNvCxnSpPr/>
          <p:nvPr/>
        </p:nvCxnSpPr>
        <p:spPr>
          <a:xfrm>
            <a:off x="8031260" y="214404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>
            <a:extLst>
              <a:ext uri="{FF2B5EF4-FFF2-40B4-BE49-F238E27FC236}">
                <a16:creationId xmlns:a16="http://schemas.microsoft.com/office/drawing/2014/main" id="{6AE869C0-6DEE-B8EB-C947-E06B522D4761}"/>
              </a:ext>
            </a:extLst>
          </p:cNvPr>
          <p:cNvCxnSpPr/>
          <p:nvPr/>
        </p:nvCxnSpPr>
        <p:spPr>
          <a:xfrm>
            <a:off x="8196186" y="213360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2F1D0C99-26EC-342F-09D5-2914BECB6BFA}"/>
              </a:ext>
            </a:extLst>
          </p:cNvPr>
          <p:cNvCxnSpPr/>
          <p:nvPr/>
        </p:nvCxnSpPr>
        <p:spPr>
          <a:xfrm>
            <a:off x="8371550" y="21461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EC286876-DC59-C17A-F6CB-95F4A54E90C9}"/>
              </a:ext>
            </a:extLst>
          </p:cNvPr>
          <p:cNvCxnSpPr/>
          <p:nvPr/>
        </p:nvCxnSpPr>
        <p:spPr>
          <a:xfrm>
            <a:off x="8534388" y="213360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49BB9839-5DEE-4FF3-8C36-3288DEBF83C4}"/>
              </a:ext>
            </a:extLst>
          </p:cNvPr>
          <p:cNvCxnSpPr/>
          <p:nvPr/>
        </p:nvCxnSpPr>
        <p:spPr>
          <a:xfrm>
            <a:off x="8709752" y="21461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9D2CCAC7-0C5D-DD9B-E9A5-61DCAA066513}"/>
              </a:ext>
            </a:extLst>
          </p:cNvPr>
          <p:cNvCxnSpPr/>
          <p:nvPr/>
        </p:nvCxnSpPr>
        <p:spPr>
          <a:xfrm>
            <a:off x="8872590" y="21461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0CB77E5F-B2F3-222D-43FD-988CAF9115A6}"/>
              </a:ext>
            </a:extLst>
          </p:cNvPr>
          <p:cNvCxnSpPr/>
          <p:nvPr/>
        </p:nvCxnSpPr>
        <p:spPr>
          <a:xfrm>
            <a:off x="9037516" y="213569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E725D084-FCB9-7C0B-E317-570D5E6A8E5F}"/>
              </a:ext>
            </a:extLst>
          </p:cNvPr>
          <p:cNvCxnSpPr/>
          <p:nvPr/>
        </p:nvCxnSpPr>
        <p:spPr>
          <a:xfrm>
            <a:off x="9212880" y="21482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D1FED7EC-AB3E-4975-C166-98C290FD07CD}"/>
              </a:ext>
            </a:extLst>
          </p:cNvPr>
          <p:cNvCxnSpPr/>
          <p:nvPr/>
        </p:nvCxnSpPr>
        <p:spPr>
          <a:xfrm>
            <a:off x="9377806" y="21628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BA2B8585-66D0-38EA-DA72-E8B7197435FF}"/>
              </a:ext>
            </a:extLst>
          </p:cNvPr>
          <p:cNvCxnSpPr/>
          <p:nvPr/>
        </p:nvCxnSpPr>
        <p:spPr>
          <a:xfrm>
            <a:off x="9530206" y="215239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Straight Connector 280">
            <a:extLst>
              <a:ext uri="{FF2B5EF4-FFF2-40B4-BE49-F238E27FC236}">
                <a16:creationId xmlns:a16="http://schemas.microsoft.com/office/drawing/2014/main" id="{53629557-6032-3F65-F7C1-DEE55BBEE500}"/>
              </a:ext>
            </a:extLst>
          </p:cNvPr>
          <p:cNvCxnSpPr/>
          <p:nvPr/>
        </p:nvCxnSpPr>
        <p:spPr>
          <a:xfrm>
            <a:off x="2070970" y="29853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5642EA3F-194D-D23D-9EED-4950A5E4F1CD}"/>
              </a:ext>
            </a:extLst>
          </p:cNvPr>
          <p:cNvCxnSpPr/>
          <p:nvPr/>
        </p:nvCxnSpPr>
        <p:spPr>
          <a:xfrm>
            <a:off x="2235896" y="29749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4F48F4C3-1BA7-FA71-A281-70033058FF2D}"/>
              </a:ext>
            </a:extLst>
          </p:cNvPr>
          <p:cNvCxnSpPr/>
          <p:nvPr/>
        </p:nvCxnSpPr>
        <p:spPr>
          <a:xfrm>
            <a:off x="2411260" y="29874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E43781F3-032C-878B-F010-2AD433EC57A5}"/>
              </a:ext>
            </a:extLst>
          </p:cNvPr>
          <p:cNvCxnSpPr/>
          <p:nvPr/>
        </p:nvCxnSpPr>
        <p:spPr>
          <a:xfrm>
            <a:off x="2574098" y="29874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E556E5EE-E66D-301E-44C8-310E4255A93A}"/>
              </a:ext>
            </a:extLst>
          </p:cNvPr>
          <p:cNvCxnSpPr/>
          <p:nvPr/>
        </p:nvCxnSpPr>
        <p:spPr>
          <a:xfrm>
            <a:off x="2739024" y="29770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10FAEC14-6801-5EEC-FFB5-7ED83CA73CCA}"/>
              </a:ext>
            </a:extLst>
          </p:cNvPr>
          <p:cNvCxnSpPr/>
          <p:nvPr/>
        </p:nvCxnSpPr>
        <p:spPr>
          <a:xfrm>
            <a:off x="2914388" y="29895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FE59B8A6-1C72-42CE-29EC-A575239DED24}"/>
              </a:ext>
            </a:extLst>
          </p:cNvPr>
          <p:cNvCxnSpPr/>
          <p:nvPr/>
        </p:nvCxnSpPr>
        <p:spPr>
          <a:xfrm>
            <a:off x="3100190" y="301251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6CC7712A-7785-3A4B-69E0-21AAC2944D03}"/>
              </a:ext>
            </a:extLst>
          </p:cNvPr>
          <p:cNvCxnSpPr/>
          <p:nvPr/>
        </p:nvCxnSpPr>
        <p:spPr>
          <a:xfrm>
            <a:off x="3265116" y="300207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382A143-5CEB-AB4C-260B-3FA8920E9D58}"/>
              </a:ext>
            </a:extLst>
          </p:cNvPr>
          <p:cNvCxnSpPr/>
          <p:nvPr/>
        </p:nvCxnSpPr>
        <p:spPr>
          <a:xfrm>
            <a:off x="3440480" y="301460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CBDD1FA7-DFC9-E4F7-D036-C70328CF7B08}"/>
              </a:ext>
            </a:extLst>
          </p:cNvPr>
          <p:cNvCxnSpPr/>
          <p:nvPr/>
        </p:nvCxnSpPr>
        <p:spPr>
          <a:xfrm>
            <a:off x="3603318" y="301460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C3E6CCA7-94D7-F52A-7D33-623F59205C9F}"/>
              </a:ext>
            </a:extLst>
          </p:cNvPr>
          <p:cNvCxnSpPr/>
          <p:nvPr/>
        </p:nvCxnSpPr>
        <p:spPr>
          <a:xfrm>
            <a:off x="3768244" y="300416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58F2B4EA-935D-C520-1CA4-038C97EC02D3}"/>
              </a:ext>
            </a:extLst>
          </p:cNvPr>
          <p:cNvCxnSpPr/>
          <p:nvPr/>
        </p:nvCxnSpPr>
        <p:spPr>
          <a:xfrm>
            <a:off x="3943608" y="301669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FC210813-9260-0F0D-7242-3A06C9368D2A}"/>
              </a:ext>
            </a:extLst>
          </p:cNvPr>
          <p:cNvCxnSpPr/>
          <p:nvPr/>
        </p:nvCxnSpPr>
        <p:spPr>
          <a:xfrm>
            <a:off x="4114796" y="301251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5208B78C-F54B-6DAE-A63B-6831A5B8FCC5}"/>
              </a:ext>
            </a:extLst>
          </p:cNvPr>
          <p:cNvCxnSpPr/>
          <p:nvPr/>
        </p:nvCxnSpPr>
        <p:spPr>
          <a:xfrm>
            <a:off x="4279722" y="300207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2AAEE6C7-68EB-5214-ECC8-BF1331B6682D}"/>
              </a:ext>
            </a:extLst>
          </p:cNvPr>
          <p:cNvCxnSpPr/>
          <p:nvPr/>
        </p:nvCxnSpPr>
        <p:spPr>
          <a:xfrm>
            <a:off x="4455086" y="301460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1743C49E-7B84-B896-0732-00839CB7AA42}"/>
              </a:ext>
            </a:extLst>
          </p:cNvPr>
          <p:cNvCxnSpPr/>
          <p:nvPr/>
        </p:nvCxnSpPr>
        <p:spPr>
          <a:xfrm>
            <a:off x="4617924" y="301460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B0437202-608A-DA06-2ABC-D2DB887FA129}"/>
              </a:ext>
            </a:extLst>
          </p:cNvPr>
          <p:cNvCxnSpPr/>
          <p:nvPr/>
        </p:nvCxnSpPr>
        <p:spPr>
          <a:xfrm>
            <a:off x="4782850" y="300416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674B6340-C547-CF94-7265-A5C13A8CE213}"/>
              </a:ext>
            </a:extLst>
          </p:cNvPr>
          <p:cNvCxnSpPr/>
          <p:nvPr/>
        </p:nvCxnSpPr>
        <p:spPr>
          <a:xfrm>
            <a:off x="4958214" y="301669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4D495F1B-2287-96C9-126B-3DEA0B9F94FB}"/>
              </a:ext>
            </a:extLst>
          </p:cNvPr>
          <p:cNvCxnSpPr/>
          <p:nvPr/>
        </p:nvCxnSpPr>
        <p:spPr>
          <a:xfrm>
            <a:off x="5144016" y="301460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201DF77E-E755-36D4-54FB-482A5F387D43}"/>
              </a:ext>
            </a:extLst>
          </p:cNvPr>
          <p:cNvCxnSpPr/>
          <p:nvPr/>
        </p:nvCxnSpPr>
        <p:spPr>
          <a:xfrm>
            <a:off x="5308942" y="300416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31E7AE47-FBA2-EB24-B501-3DAC8321DF7D}"/>
              </a:ext>
            </a:extLst>
          </p:cNvPr>
          <p:cNvCxnSpPr/>
          <p:nvPr/>
        </p:nvCxnSpPr>
        <p:spPr>
          <a:xfrm>
            <a:off x="5484306" y="301669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89A2C16B-45C0-DC14-E175-510CC123DC12}"/>
              </a:ext>
            </a:extLst>
          </p:cNvPr>
          <p:cNvCxnSpPr/>
          <p:nvPr/>
        </p:nvCxnSpPr>
        <p:spPr>
          <a:xfrm>
            <a:off x="5647144" y="301669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8A5FD9EB-65FD-21AF-FFE6-691BF5ED30B8}"/>
              </a:ext>
            </a:extLst>
          </p:cNvPr>
          <p:cNvCxnSpPr/>
          <p:nvPr/>
        </p:nvCxnSpPr>
        <p:spPr>
          <a:xfrm>
            <a:off x="5812070" y="300625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0B25489A-BFB3-E5B8-DDB8-C4AC0BEAA8BB}"/>
              </a:ext>
            </a:extLst>
          </p:cNvPr>
          <p:cNvCxnSpPr/>
          <p:nvPr/>
        </p:nvCxnSpPr>
        <p:spPr>
          <a:xfrm>
            <a:off x="5987434" y="301877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8B049D11-974D-FF73-6451-EFD1B7F81A09}"/>
              </a:ext>
            </a:extLst>
          </p:cNvPr>
          <p:cNvCxnSpPr/>
          <p:nvPr/>
        </p:nvCxnSpPr>
        <p:spPr>
          <a:xfrm>
            <a:off x="6175324" y="29686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EEDC89F9-8084-2916-808F-F272DD981B1C}"/>
              </a:ext>
            </a:extLst>
          </p:cNvPr>
          <p:cNvCxnSpPr/>
          <p:nvPr/>
        </p:nvCxnSpPr>
        <p:spPr>
          <a:xfrm>
            <a:off x="6350688" y="298120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EA8F69C3-2161-8210-A07D-0E3BF91ED94B}"/>
              </a:ext>
            </a:extLst>
          </p:cNvPr>
          <p:cNvCxnSpPr/>
          <p:nvPr/>
        </p:nvCxnSpPr>
        <p:spPr>
          <a:xfrm>
            <a:off x="6521876" y="29770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A17E2550-163F-AEB4-19FB-FF104B0F8584}"/>
              </a:ext>
            </a:extLst>
          </p:cNvPr>
          <p:cNvCxnSpPr/>
          <p:nvPr/>
        </p:nvCxnSpPr>
        <p:spPr>
          <a:xfrm>
            <a:off x="6686802" y="296658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654CE70F-D1DA-DDF1-9676-428E91E569F9}"/>
              </a:ext>
            </a:extLst>
          </p:cNvPr>
          <p:cNvCxnSpPr/>
          <p:nvPr/>
        </p:nvCxnSpPr>
        <p:spPr>
          <a:xfrm>
            <a:off x="6862166" y="29791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7B5C5658-A00A-DA48-F273-7D3A414EBC05}"/>
              </a:ext>
            </a:extLst>
          </p:cNvPr>
          <p:cNvCxnSpPr/>
          <p:nvPr/>
        </p:nvCxnSpPr>
        <p:spPr>
          <a:xfrm>
            <a:off x="7025004" y="29791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4E7BD475-1E80-E533-A12F-22CF24080C6F}"/>
              </a:ext>
            </a:extLst>
          </p:cNvPr>
          <p:cNvCxnSpPr/>
          <p:nvPr/>
        </p:nvCxnSpPr>
        <p:spPr>
          <a:xfrm>
            <a:off x="7189930" y="29686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8509993D-BA94-1DD3-FEC7-CC39D49113CD}"/>
              </a:ext>
            </a:extLst>
          </p:cNvPr>
          <p:cNvCxnSpPr/>
          <p:nvPr/>
        </p:nvCxnSpPr>
        <p:spPr>
          <a:xfrm>
            <a:off x="7365294" y="298120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5200D4F6-7602-9AA0-C558-AEEC637C2CB1}"/>
              </a:ext>
            </a:extLst>
          </p:cNvPr>
          <p:cNvCxnSpPr/>
          <p:nvPr/>
        </p:nvCxnSpPr>
        <p:spPr>
          <a:xfrm>
            <a:off x="7551096" y="29791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5E5BEF18-8987-DB44-77DD-9477BDEC7B8B}"/>
              </a:ext>
            </a:extLst>
          </p:cNvPr>
          <p:cNvCxnSpPr/>
          <p:nvPr/>
        </p:nvCxnSpPr>
        <p:spPr>
          <a:xfrm>
            <a:off x="7716022" y="29686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ED9AA5BD-2D38-BE04-F7E8-8A13CAFE7499}"/>
              </a:ext>
            </a:extLst>
          </p:cNvPr>
          <p:cNvCxnSpPr/>
          <p:nvPr/>
        </p:nvCxnSpPr>
        <p:spPr>
          <a:xfrm>
            <a:off x="7891386" y="298120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DDE61AE2-3DAB-6230-C3D5-173E7814270C}"/>
              </a:ext>
            </a:extLst>
          </p:cNvPr>
          <p:cNvCxnSpPr/>
          <p:nvPr/>
        </p:nvCxnSpPr>
        <p:spPr>
          <a:xfrm>
            <a:off x="8054224" y="298120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AEBE76E3-6918-E468-8C16-C78C290DAEB0}"/>
              </a:ext>
            </a:extLst>
          </p:cNvPr>
          <p:cNvCxnSpPr/>
          <p:nvPr/>
        </p:nvCxnSpPr>
        <p:spPr>
          <a:xfrm>
            <a:off x="8219150" y="29707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F0633F76-3FC1-AB5F-1CEB-5F03DE433086}"/>
              </a:ext>
            </a:extLst>
          </p:cNvPr>
          <p:cNvCxnSpPr/>
          <p:nvPr/>
        </p:nvCxnSpPr>
        <p:spPr>
          <a:xfrm>
            <a:off x="8394514" y="298328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9AF31BE8-6E9F-A4B5-EF2C-451F41C7948D}"/>
              </a:ext>
            </a:extLst>
          </p:cNvPr>
          <p:cNvCxnSpPr/>
          <p:nvPr/>
        </p:nvCxnSpPr>
        <p:spPr>
          <a:xfrm>
            <a:off x="8557352" y="29707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59FD6A5D-1F69-89DB-2C18-F6D82B2074AD}"/>
              </a:ext>
            </a:extLst>
          </p:cNvPr>
          <p:cNvCxnSpPr/>
          <p:nvPr/>
        </p:nvCxnSpPr>
        <p:spPr>
          <a:xfrm>
            <a:off x="8732716" y="298328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C4689AC2-EA09-AE76-5EB9-0AF28833AD35}"/>
              </a:ext>
            </a:extLst>
          </p:cNvPr>
          <p:cNvCxnSpPr/>
          <p:nvPr/>
        </p:nvCxnSpPr>
        <p:spPr>
          <a:xfrm>
            <a:off x="8895554" y="298328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9F34F500-2F45-C5E2-90C2-A88E49B77CBF}"/>
              </a:ext>
            </a:extLst>
          </p:cNvPr>
          <p:cNvCxnSpPr/>
          <p:nvPr/>
        </p:nvCxnSpPr>
        <p:spPr>
          <a:xfrm>
            <a:off x="9060480" y="29728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5F31BCB7-0B5D-DB34-3BCA-0E690F8A10E5}"/>
              </a:ext>
            </a:extLst>
          </p:cNvPr>
          <p:cNvCxnSpPr/>
          <p:nvPr/>
        </p:nvCxnSpPr>
        <p:spPr>
          <a:xfrm>
            <a:off x="9235844" y="298537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44E1A50D-A978-EA93-6914-16828A1BDF31}"/>
              </a:ext>
            </a:extLst>
          </p:cNvPr>
          <p:cNvCxnSpPr/>
          <p:nvPr/>
        </p:nvCxnSpPr>
        <p:spPr>
          <a:xfrm>
            <a:off x="9400770" y="299999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09B83820-35F2-A184-14AB-51F50E392D9F}"/>
              </a:ext>
            </a:extLst>
          </p:cNvPr>
          <p:cNvCxnSpPr/>
          <p:nvPr/>
        </p:nvCxnSpPr>
        <p:spPr>
          <a:xfrm>
            <a:off x="9553170" y="298955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D4A3A77-E7F8-E958-0C07-238A57476728}"/>
              </a:ext>
            </a:extLst>
          </p:cNvPr>
          <p:cNvCxnSpPr/>
          <p:nvPr/>
        </p:nvCxnSpPr>
        <p:spPr>
          <a:xfrm>
            <a:off x="2081408" y="383505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DEE127-8EF6-2B81-15D3-B8B9CFB13CFC}"/>
              </a:ext>
            </a:extLst>
          </p:cNvPr>
          <p:cNvCxnSpPr/>
          <p:nvPr/>
        </p:nvCxnSpPr>
        <p:spPr>
          <a:xfrm>
            <a:off x="2246334" y="382461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2F0A3DE-625A-CD8D-670B-8A09A3D74DD5}"/>
              </a:ext>
            </a:extLst>
          </p:cNvPr>
          <p:cNvCxnSpPr/>
          <p:nvPr/>
        </p:nvCxnSpPr>
        <p:spPr>
          <a:xfrm>
            <a:off x="2421698" y="383714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98E02D4-0507-2BB7-B6E8-16637AFB6FB0}"/>
              </a:ext>
            </a:extLst>
          </p:cNvPr>
          <p:cNvCxnSpPr/>
          <p:nvPr/>
        </p:nvCxnSpPr>
        <p:spPr>
          <a:xfrm>
            <a:off x="2584536" y="383714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C85C0A-6F39-18A8-F548-34AB76DE7D24}"/>
              </a:ext>
            </a:extLst>
          </p:cNvPr>
          <p:cNvCxnSpPr/>
          <p:nvPr/>
        </p:nvCxnSpPr>
        <p:spPr>
          <a:xfrm>
            <a:off x="2749462" y="382670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E7D42BD-8AF0-AFBF-B4FD-45E8D0CE8F40}"/>
              </a:ext>
            </a:extLst>
          </p:cNvPr>
          <p:cNvCxnSpPr/>
          <p:nvPr/>
        </p:nvCxnSpPr>
        <p:spPr>
          <a:xfrm>
            <a:off x="2924826" y="383923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1F85FCBB-FB5B-35C8-72EF-B20C18E3DB0E}"/>
              </a:ext>
            </a:extLst>
          </p:cNvPr>
          <p:cNvCxnSpPr/>
          <p:nvPr/>
        </p:nvCxnSpPr>
        <p:spPr>
          <a:xfrm>
            <a:off x="3110628" y="386219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7D6ACD8D-3B32-5BD2-1BB1-9CD46E72E491}"/>
              </a:ext>
            </a:extLst>
          </p:cNvPr>
          <p:cNvCxnSpPr/>
          <p:nvPr/>
        </p:nvCxnSpPr>
        <p:spPr>
          <a:xfrm>
            <a:off x="3275554" y="385175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784FE72D-A17B-8E54-70BC-C9A34109A5B0}"/>
              </a:ext>
            </a:extLst>
          </p:cNvPr>
          <p:cNvCxnSpPr/>
          <p:nvPr/>
        </p:nvCxnSpPr>
        <p:spPr>
          <a:xfrm>
            <a:off x="3450918" y="386428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35DE0517-30F5-7CC1-1B8B-0B7215347BCD}"/>
              </a:ext>
            </a:extLst>
          </p:cNvPr>
          <p:cNvCxnSpPr/>
          <p:nvPr/>
        </p:nvCxnSpPr>
        <p:spPr>
          <a:xfrm>
            <a:off x="3613756" y="386428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F3E38146-84A4-911C-B59E-0D04C3FC8CAF}"/>
              </a:ext>
            </a:extLst>
          </p:cNvPr>
          <p:cNvCxnSpPr/>
          <p:nvPr/>
        </p:nvCxnSpPr>
        <p:spPr>
          <a:xfrm>
            <a:off x="3778682" y="385384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CFEC5213-8761-D0D8-29BE-93D4E418CE02}"/>
              </a:ext>
            </a:extLst>
          </p:cNvPr>
          <p:cNvCxnSpPr/>
          <p:nvPr/>
        </p:nvCxnSpPr>
        <p:spPr>
          <a:xfrm>
            <a:off x="3954046" y="38663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1D734D65-9F9E-9562-E7DD-B923AA57AEC8}"/>
              </a:ext>
            </a:extLst>
          </p:cNvPr>
          <p:cNvCxnSpPr/>
          <p:nvPr/>
        </p:nvCxnSpPr>
        <p:spPr>
          <a:xfrm>
            <a:off x="4125234" y="386219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1D9876B-2ED8-2707-D82C-43BFBB577F22}"/>
              </a:ext>
            </a:extLst>
          </p:cNvPr>
          <p:cNvCxnSpPr/>
          <p:nvPr/>
        </p:nvCxnSpPr>
        <p:spPr>
          <a:xfrm>
            <a:off x="4290160" y="385175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2D4DD09C-C595-AC53-61E2-344373F0ED81}"/>
              </a:ext>
            </a:extLst>
          </p:cNvPr>
          <p:cNvCxnSpPr/>
          <p:nvPr/>
        </p:nvCxnSpPr>
        <p:spPr>
          <a:xfrm>
            <a:off x="4465524" y="386428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2CC5DC0-ECC4-45FD-FF06-8543F659AF5C}"/>
              </a:ext>
            </a:extLst>
          </p:cNvPr>
          <p:cNvCxnSpPr/>
          <p:nvPr/>
        </p:nvCxnSpPr>
        <p:spPr>
          <a:xfrm>
            <a:off x="4628362" y="386428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E787C83D-A9A1-2D0C-3292-DDB5B9D5DF03}"/>
              </a:ext>
            </a:extLst>
          </p:cNvPr>
          <p:cNvCxnSpPr/>
          <p:nvPr/>
        </p:nvCxnSpPr>
        <p:spPr>
          <a:xfrm>
            <a:off x="4793288" y="385384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E733BB0E-4685-2E74-0E60-3D96BB1336FB}"/>
              </a:ext>
            </a:extLst>
          </p:cNvPr>
          <p:cNvCxnSpPr/>
          <p:nvPr/>
        </p:nvCxnSpPr>
        <p:spPr>
          <a:xfrm>
            <a:off x="4968652" y="38663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A3DA9586-5E3E-DE9B-523F-6C7D017D6315}"/>
              </a:ext>
            </a:extLst>
          </p:cNvPr>
          <p:cNvCxnSpPr/>
          <p:nvPr/>
        </p:nvCxnSpPr>
        <p:spPr>
          <a:xfrm>
            <a:off x="5154454" y="386428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125444E5-ABC1-4E83-A334-90C3EBEF2A7E}"/>
              </a:ext>
            </a:extLst>
          </p:cNvPr>
          <p:cNvCxnSpPr/>
          <p:nvPr/>
        </p:nvCxnSpPr>
        <p:spPr>
          <a:xfrm>
            <a:off x="5319380" y="385384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EDBD8315-2EFF-D27B-DFC5-1A59053EDFBE}"/>
              </a:ext>
            </a:extLst>
          </p:cNvPr>
          <p:cNvCxnSpPr/>
          <p:nvPr/>
        </p:nvCxnSpPr>
        <p:spPr>
          <a:xfrm>
            <a:off x="5494744" y="38663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B192D2B-82C5-4860-CC8A-887E0287B228}"/>
              </a:ext>
            </a:extLst>
          </p:cNvPr>
          <p:cNvCxnSpPr/>
          <p:nvPr/>
        </p:nvCxnSpPr>
        <p:spPr>
          <a:xfrm>
            <a:off x="5657582" y="38663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3572F43F-6E3B-485F-2F96-A210E4F1DE05}"/>
              </a:ext>
            </a:extLst>
          </p:cNvPr>
          <p:cNvCxnSpPr/>
          <p:nvPr/>
        </p:nvCxnSpPr>
        <p:spPr>
          <a:xfrm>
            <a:off x="5822508" y="385593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7CB20FAD-95B5-2D85-59E8-802AF7655757}"/>
              </a:ext>
            </a:extLst>
          </p:cNvPr>
          <p:cNvCxnSpPr/>
          <p:nvPr/>
        </p:nvCxnSpPr>
        <p:spPr>
          <a:xfrm>
            <a:off x="5997872" y="386845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90C2561D-40D7-A765-2CC5-E26F5BFE0E8B}"/>
              </a:ext>
            </a:extLst>
          </p:cNvPr>
          <p:cNvCxnSpPr/>
          <p:nvPr/>
        </p:nvCxnSpPr>
        <p:spPr>
          <a:xfrm>
            <a:off x="6185762" y="381835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4C8ADCF0-C574-D059-E583-576CBC59CBCF}"/>
              </a:ext>
            </a:extLst>
          </p:cNvPr>
          <p:cNvCxnSpPr/>
          <p:nvPr/>
        </p:nvCxnSpPr>
        <p:spPr>
          <a:xfrm>
            <a:off x="6361126" y="383088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40371D8F-2585-ECF3-61D0-C9545F47BF90}"/>
              </a:ext>
            </a:extLst>
          </p:cNvPr>
          <p:cNvCxnSpPr/>
          <p:nvPr/>
        </p:nvCxnSpPr>
        <p:spPr>
          <a:xfrm>
            <a:off x="6532314" y="382670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7029EE03-BF08-DE85-038A-3590C34A2A56}"/>
              </a:ext>
            </a:extLst>
          </p:cNvPr>
          <p:cNvCxnSpPr/>
          <p:nvPr/>
        </p:nvCxnSpPr>
        <p:spPr>
          <a:xfrm>
            <a:off x="6697240" y="381626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28C0EA0E-78CB-0486-3DF8-8447131BB7BE}"/>
              </a:ext>
            </a:extLst>
          </p:cNvPr>
          <p:cNvCxnSpPr/>
          <p:nvPr/>
        </p:nvCxnSpPr>
        <p:spPr>
          <a:xfrm>
            <a:off x="6872604" y="382879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7C06E680-12DD-5A4F-4531-8D20480D3936}"/>
              </a:ext>
            </a:extLst>
          </p:cNvPr>
          <p:cNvCxnSpPr/>
          <p:nvPr/>
        </p:nvCxnSpPr>
        <p:spPr>
          <a:xfrm>
            <a:off x="7035442" y="382879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CE4DE9EA-F986-4008-2AA1-0CD7D655B17D}"/>
              </a:ext>
            </a:extLst>
          </p:cNvPr>
          <p:cNvCxnSpPr/>
          <p:nvPr/>
        </p:nvCxnSpPr>
        <p:spPr>
          <a:xfrm>
            <a:off x="7200368" y="381835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B8319027-9026-3F22-BDCD-FAED4D642D10}"/>
              </a:ext>
            </a:extLst>
          </p:cNvPr>
          <p:cNvCxnSpPr/>
          <p:nvPr/>
        </p:nvCxnSpPr>
        <p:spPr>
          <a:xfrm>
            <a:off x="7375732" y="383088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5A6D579E-368C-EB49-84AC-FD29C4B63AFE}"/>
              </a:ext>
            </a:extLst>
          </p:cNvPr>
          <p:cNvCxnSpPr/>
          <p:nvPr/>
        </p:nvCxnSpPr>
        <p:spPr>
          <a:xfrm>
            <a:off x="7561534" y="382879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43EAA870-AD64-BFFD-F738-9177D9820548}"/>
              </a:ext>
            </a:extLst>
          </p:cNvPr>
          <p:cNvCxnSpPr/>
          <p:nvPr/>
        </p:nvCxnSpPr>
        <p:spPr>
          <a:xfrm>
            <a:off x="7726460" y="381835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7A79A72-438B-88D6-C5DE-C74CFDCBA752}"/>
              </a:ext>
            </a:extLst>
          </p:cNvPr>
          <p:cNvCxnSpPr/>
          <p:nvPr/>
        </p:nvCxnSpPr>
        <p:spPr>
          <a:xfrm>
            <a:off x="7901824" y="383088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1233A021-F9C4-97CD-1E38-2B88387E5E8F}"/>
              </a:ext>
            </a:extLst>
          </p:cNvPr>
          <p:cNvCxnSpPr/>
          <p:nvPr/>
        </p:nvCxnSpPr>
        <p:spPr>
          <a:xfrm>
            <a:off x="8064662" y="383088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3ED24F1-EBA8-2503-5848-FD62FAD47A46}"/>
              </a:ext>
            </a:extLst>
          </p:cNvPr>
          <p:cNvCxnSpPr/>
          <p:nvPr/>
        </p:nvCxnSpPr>
        <p:spPr>
          <a:xfrm>
            <a:off x="8229588" y="382044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402ED1F-2E74-052C-1256-452AD5D6B2A1}"/>
              </a:ext>
            </a:extLst>
          </p:cNvPr>
          <p:cNvCxnSpPr/>
          <p:nvPr/>
        </p:nvCxnSpPr>
        <p:spPr>
          <a:xfrm>
            <a:off x="8404952" y="383296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82E9F75F-9A94-6400-468F-7027BE1BF919}"/>
              </a:ext>
            </a:extLst>
          </p:cNvPr>
          <p:cNvCxnSpPr/>
          <p:nvPr/>
        </p:nvCxnSpPr>
        <p:spPr>
          <a:xfrm>
            <a:off x="8567790" y="382044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283C61D5-DC98-9E5A-FC76-8A10AEB5464F}"/>
              </a:ext>
            </a:extLst>
          </p:cNvPr>
          <p:cNvCxnSpPr/>
          <p:nvPr/>
        </p:nvCxnSpPr>
        <p:spPr>
          <a:xfrm>
            <a:off x="8743154" y="383296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E56A4B4D-6A7B-2EB1-D2E7-34906111797D}"/>
              </a:ext>
            </a:extLst>
          </p:cNvPr>
          <p:cNvCxnSpPr/>
          <p:nvPr/>
        </p:nvCxnSpPr>
        <p:spPr>
          <a:xfrm>
            <a:off x="8905992" y="383296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251B3C16-4EBB-C885-968C-BA9C0E0E1434}"/>
              </a:ext>
            </a:extLst>
          </p:cNvPr>
          <p:cNvCxnSpPr/>
          <p:nvPr/>
        </p:nvCxnSpPr>
        <p:spPr>
          <a:xfrm>
            <a:off x="9070918" y="382253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57E89D6F-BF1C-E72E-3053-6CD9A9170EB2}"/>
              </a:ext>
            </a:extLst>
          </p:cNvPr>
          <p:cNvCxnSpPr/>
          <p:nvPr/>
        </p:nvCxnSpPr>
        <p:spPr>
          <a:xfrm>
            <a:off x="9246282" y="383505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2FE8037-6F0A-033B-4BCE-2C61BDA2D74E}"/>
              </a:ext>
            </a:extLst>
          </p:cNvPr>
          <p:cNvCxnSpPr/>
          <p:nvPr/>
        </p:nvCxnSpPr>
        <p:spPr>
          <a:xfrm>
            <a:off x="9411208" y="38496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1E931CB0-2A70-7B11-81C8-C75F080B0BFC}"/>
              </a:ext>
            </a:extLst>
          </p:cNvPr>
          <p:cNvCxnSpPr/>
          <p:nvPr/>
        </p:nvCxnSpPr>
        <p:spPr>
          <a:xfrm>
            <a:off x="9563608" y="383923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8FF870A-EF7C-7B38-BA78-B67F98079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Re-index shift data to match comb MJD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5CFE80-D5F8-C22E-7E46-F5BB626DA9BD}"/>
              </a:ext>
            </a:extLst>
          </p:cNvPr>
          <p:cNvCxnSpPr>
            <a:cxnSpLocks/>
          </p:cNvCxnSpPr>
          <p:nvPr/>
        </p:nvCxnSpPr>
        <p:spPr>
          <a:xfrm>
            <a:off x="1866378" y="2404998"/>
            <a:ext cx="7728559" cy="0"/>
          </a:xfrm>
          <a:prstGeom prst="line">
            <a:avLst/>
          </a:prstGeom>
          <a:ln w="762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B4DD6B9-06C3-D681-09D9-1E14893E442D}"/>
              </a:ext>
            </a:extLst>
          </p:cNvPr>
          <p:cNvCxnSpPr>
            <a:cxnSpLocks/>
          </p:cNvCxnSpPr>
          <p:nvPr/>
        </p:nvCxnSpPr>
        <p:spPr>
          <a:xfrm>
            <a:off x="1866378" y="3268250"/>
            <a:ext cx="7728559" cy="0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3E9395A-BDEE-839C-F5A1-5AD23EA73B8A}"/>
              </a:ext>
            </a:extLst>
          </p:cNvPr>
          <p:cNvCxnSpPr>
            <a:cxnSpLocks/>
          </p:cNvCxnSpPr>
          <p:nvPr/>
        </p:nvCxnSpPr>
        <p:spPr>
          <a:xfrm>
            <a:off x="1866378" y="4085573"/>
            <a:ext cx="7728559" cy="0"/>
          </a:xfrm>
          <a:prstGeom prst="line">
            <a:avLst/>
          </a:prstGeom>
          <a:ln w="762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4B8405-496B-A4D6-7CD7-826039AB356A}"/>
              </a:ext>
            </a:extLst>
          </p:cNvPr>
          <p:cNvCxnSpPr>
            <a:cxnSpLocks/>
          </p:cNvCxnSpPr>
          <p:nvPr/>
        </p:nvCxnSpPr>
        <p:spPr>
          <a:xfrm>
            <a:off x="1866378" y="4924817"/>
            <a:ext cx="7728559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1175EE0-BA78-6539-C092-5CFCBB28E8E5}"/>
              </a:ext>
            </a:extLst>
          </p:cNvPr>
          <p:cNvCxnSpPr/>
          <p:nvPr/>
        </p:nvCxnSpPr>
        <p:spPr>
          <a:xfrm>
            <a:off x="2104372" y="46847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4765974-703D-0E51-26BD-F06F2191986E}"/>
              </a:ext>
            </a:extLst>
          </p:cNvPr>
          <p:cNvCxnSpPr/>
          <p:nvPr/>
        </p:nvCxnSpPr>
        <p:spPr>
          <a:xfrm>
            <a:off x="2269298" y="467429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4003EDB-EFBC-2368-D646-57C5C4B4E5F7}"/>
              </a:ext>
            </a:extLst>
          </p:cNvPr>
          <p:cNvCxnSpPr/>
          <p:nvPr/>
        </p:nvCxnSpPr>
        <p:spPr>
          <a:xfrm>
            <a:off x="2444662" y="46868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CC689F4-DFD5-E155-000A-CCB7EADC856D}"/>
              </a:ext>
            </a:extLst>
          </p:cNvPr>
          <p:cNvCxnSpPr/>
          <p:nvPr/>
        </p:nvCxnSpPr>
        <p:spPr>
          <a:xfrm>
            <a:off x="2093934" y="381000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3E828B-E01B-DAFF-8373-93BAD3644C58}"/>
              </a:ext>
            </a:extLst>
          </p:cNvPr>
          <p:cNvCxnSpPr/>
          <p:nvPr/>
        </p:nvCxnSpPr>
        <p:spPr>
          <a:xfrm>
            <a:off x="2271386" y="379956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A6B8A06-77DC-0ADE-0A9B-D8263E572506}"/>
              </a:ext>
            </a:extLst>
          </p:cNvPr>
          <p:cNvCxnSpPr/>
          <p:nvPr/>
        </p:nvCxnSpPr>
        <p:spPr>
          <a:xfrm>
            <a:off x="2073058" y="3012514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E55A7D1-9D28-19B7-8A28-5AD28B9FA593}"/>
              </a:ext>
            </a:extLst>
          </p:cNvPr>
          <p:cNvCxnSpPr/>
          <p:nvPr/>
        </p:nvCxnSpPr>
        <p:spPr>
          <a:xfrm>
            <a:off x="2939440" y="300207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2F81408-5EA1-66A2-8943-DDA8F1DF421D}"/>
              </a:ext>
            </a:extLst>
          </p:cNvPr>
          <p:cNvCxnSpPr/>
          <p:nvPr/>
        </p:nvCxnSpPr>
        <p:spPr>
          <a:xfrm>
            <a:off x="1889344" y="213987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4FD0F5B-CA29-0091-C874-682C16AC44FA}"/>
              </a:ext>
            </a:extLst>
          </p:cNvPr>
          <p:cNvSpPr txBox="1"/>
          <p:nvPr/>
        </p:nvSpPr>
        <p:spPr>
          <a:xfrm>
            <a:off x="5118970" y="5663853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MJD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2CE7C1-CCC4-98ED-F1A7-03835D266C46}"/>
              </a:ext>
            </a:extLst>
          </p:cNvPr>
          <p:cNvSpPr txBox="1"/>
          <p:nvPr/>
        </p:nvSpPr>
        <p:spPr>
          <a:xfrm>
            <a:off x="9843391" y="2161746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Yb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208388-4D95-9DF3-E15A-17F545C635A2}"/>
              </a:ext>
            </a:extLst>
          </p:cNvPr>
          <p:cNvSpPr txBox="1"/>
          <p:nvPr/>
        </p:nvSpPr>
        <p:spPr>
          <a:xfrm>
            <a:off x="9860023" y="3109591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8BFA29-9FFB-1D11-3693-9BF07DE177D0}"/>
              </a:ext>
            </a:extLst>
          </p:cNvPr>
          <p:cNvSpPr txBox="1"/>
          <p:nvPr/>
        </p:nvSpPr>
        <p:spPr>
          <a:xfrm>
            <a:off x="9860023" y="3900907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Al+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E3ED7C-FE30-F471-0EC1-2419DC5325D3}"/>
              </a:ext>
            </a:extLst>
          </p:cNvPr>
          <p:cNvSpPr txBox="1"/>
          <p:nvPr/>
        </p:nvSpPr>
        <p:spPr>
          <a:xfrm>
            <a:off x="9860023" y="4729713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A511D5-A936-909D-B4BB-1234A7564644}"/>
              </a:ext>
            </a:extLst>
          </p:cNvPr>
          <p:cNvSpPr txBox="1"/>
          <p:nvPr/>
        </p:nvSpPr>
        <p:spPr>
          <a:xfrm>
            <a:off x="1866378" y="5033561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60752.950939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1ACAF6-0923-24A8-A8E4-B52A1B0A658B}"/>
              </a:ext>
            </a:extLst>
          </p:cNvPr>
          <p:cNvSpPr txBox="1"/>
          <p:nvPr/>
        </p:nvSpPr>
        <p:spPr>
          <a:xfrm>
            <a:off x="1743206" y="4146303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60752.9509491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039FDD-A6B0-D67E-4253-43F70049E590}"/>
              </a:ext>
            </a:extLst>
          </p:cNvPr>
          <p:cNvSpPr txBox="1"/>
          <p:nvPr/>
        </p:nvSpPr>
        <p:spPr>
          <a:xfrm>
            <a:off x="1632560" y="3335828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60752.9509489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B625C-3590-BC60-4B1D-D79994D7AF81}"/>
              </a:ext>
            </a:extLst>
          </p:cNvPr>
          <p:cNvSpPr txBox="1"/>
          <p:nvPr/>
        </p:nvSpPr>
        <p:spPr>
          <a:xfrm>
            <a:off x="1544876" y="2482340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60752.9484473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B65C8A-23F6-7541-1030-421205A83093}"/>
              </a:ext>
            </a:extLst>
          </p:cNvPr>
          <p:cNvSpPr txBox="1"/>
          <p:nvPr/>
        </p:nvSpPr>
        <p:spPr>
          <a:xfrm>
            <a:off x="8131431" y="2495862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60753.0115229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A46517-147C-8565-D2A3-5B757DEBD3C7}"/>
              </a:ext>
            </a:extLst>
          </p:cNvPr>
          <p:cNvSpPr txBox="1"/>
          <p:nvPr/>
        </p:nvSpPr>
        <p:spPr>
          <a:xfrm>
            <a:off x="8131431" y="3372145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60753.011448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FFC4980-2BA1-ECFF-5778-5D8A1FA34E70}"/>
              </a:ext>
            </a:extLst>
          </p:cNvPr>
          <p:cNvSpPr txBox="1"/>
          <p:nvPr/>
        </p:nvSpPr>
        <p:spPr>
          <a:xfrm>
            <a:off x="8131431" y="4135861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60753.0115162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F0B84C-9DE9-0690-BCAE-D64E890C97CC}"/>
              </a:ext>
            </a:extLst>
          </p:cNvPr>
          <p:cNvSpPr txBox="1"/>
          <p:nvPr/>
        </p:nvSpPr>
        <p:spPr>
          <a:xfrm>
            <a:off x="8192588" y="5049126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60753.011522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D7A1CCB-E17A-5EEF-C2B5-AA74EFFCC035}"/>
              </a:ext>
            </a:extLst>
          </p:cNvPr>
          <p:cNvCxnSpPr/>
          <p:nvPr/>
        </p:nvCxnSpPr>
        <p:spPr>
          <a:xfrm>
            <a:off x="2607500" y="46868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FC7F6F4-D94C-3F78-C428-8DEC3D75BF86}"/>
              </a:ext>
            </a:extLst>
          </p:cNvPr>
          <p:cNvCxnSpPr/>
          <p:nvPr/>
        </p:nvCxnSpPr>
        <p:spPr>
          <a:xfrm>
            <a:off x="2772426" y="467638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484CA28-AAAD-1D98-C2F9-9C4F586573C7}"/>
              </a:ext>
            </a:extLst>
          </p:cNvPr>
          <p:cNvCxnSpPr/>
          <p:nvPr/>
        </p:nvCxnSpPr>
        <p:spPr>
          <a:xfrm>
            <a:off x="2947790" y="46889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81B48B9-29EC-8C37-B686-5380181F2575}"/>
              </a:ext>
            </a:extLst>
          </p:cNvPr>
          <p:cNvCxnSpPr/>
          <p:nvPr/>
        </p:nvCxnSpPr>
        <p:spPr>
          <a:xfrm>
            <a:off x="3133592" y="47118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1641F72-1FE4-3CBC-3B9F-AEF0E348248B}"/>
              </a:ext>
            </a:extLst>
          </p:cNvPr>
          <p:cNvCxnSpPr/>
          <p:nvPr/>
        </p:nvCxnSpPr>
        <p:spPr>
          <a:xfrm>
            <a:off x="3298518" y="47014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081F990-0C39-5C7F-3AEC-DDF2047BA072}"/>
              </a:ext>
            </a:extLst>
          </p:cNvPr>
          <p:cNvCxnSpPr/>
          <p:nvPr/>
        </p:nvCxnSpPr>
        <p:spPr>
          <a:xfrm>
            <a:off x="3473882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EEF5A52-D640-79E6-06B6-1A05FB9971ED}"/>
              </a:ext>
            </a:extLst>
          </p:cNvPr>
          <p:cNvCxnSpPr/>
          <p:nvPr/>
        </p:nvCxnSpPr>
        <p:spPr>
          <a:xfrm>
            <a:off x="3636720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56555EE-DD20-CCE5-71CF-EC23F500BE7C}"/>
              </a:ext>
            </a:extLst>
          </p:cNvPr>
          <p:cNvCxnSpPr/>
          <p:nvPr/>
        </p:nvCxnSpPr>
        <p:spPr>
          <a:xfrm>
            <a:off x="3801646" y="47035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91597B6-5F71-1BD9-E143-EC7DEBEDDF77}"/>
              </a:ext>
            </a:extLst>
          </p:cNvPr>
          <p:cNvCxnSpPr/>
          <p:nvPr/>
        </p:nvCxnSpPr>
        <p:spPr>
          <a:xfrm>
            <a:off x="3977010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880F08C-B68F-AEA0-FD89-4178A4DC78F8}"/>
              </a:ext>
            </a:extLst>
          </p:cNvPr>
          <p:cNvCxnSpPr/>
          <p:nvPr/>
        </p:nvCxnSpPr>
        <p:spPr>
          <a:xfrm>
            <a:off x="4148198" y="47118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F93959D-E7A3-D484-4805-91B3A51C526F}"/>
              </a:ext>
            </a:extLst>
          </p:cNvPr>
          <p:cNvCxnSpPr/>
          <p:nvPr/>
        </p:nvCxnSpPr>
        <p:spPr>
          <a:xfrm>
            <a:off x="4313124" y="47014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7823701-7BC2-3207-254D-AFFC97A62A11}"/>
              </a:ext>
            </a:extLst>
          </p:cNvPr>
          <p:cNvCxnSpPr/>
          <p:nvPr/>
        </p:nvCxnSpPr>
        <p:spPr>
          <a:xfrm>
            <a:off x="4488488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A2FE789-7E8C-66A4-09F2-541683C9E842}"/>
              </a:ext>
            </a:extLst>
          </p:cNvPr>
          <p:cNvCxnSpPr/>
          <p:nvPr/>
        </p:nvCxnSpPr>
        <p:spPr>
          <a:xfrm>
            <a:off x="4651326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ECAC058-1B68-D497-C1D1-32D6A2749007}"/>
              </a:ext>
            </a:extLst>
          </p:cNvPr>
          <p:cNvCxnSpPr/>
          <p:nvPr/>
        </p:nvCxnSpPr>
        <p:spPr>
          <a:xfrm>
            <a:off x="4816252" y="47035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3F60F13-FD2C-896E-2FCD-5D67DB43C94D}"/>
              </a:ext>
            </a:extLst>
          </p:cNvPr>
          <p:cNvCxnSpPr/>
          <p:nvPr/>
        </p:nvCxnSpPr>
        <p:spPr>
          <a:xfrm>
            <a:off x="4991616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4931966-E475-E278-40A1-D021D789BA04}"/>
              </a:ext>
            </a:extLst>
          </p:cNvPr>
          <p:cNvCxnSpPr/>
          <p:nvPr/>
        </p:nvCxnSpPr>
        <p:spPr>
          <a:xfrm>
            <a:off x="5177418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64597E0-9699-3E3C-C7C1-81CE63F7B5E4}"/>
              </a:ext>
            </a:extLst>
          </p:cNvPr>
          <p:cNvCxnSpPr/>
          <p:nvPr/>
        </p:nvCxnSpPr>
        <p:spPr>
          <a:xfrm>
            <a:off x="5342344" y="47035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46D831D-B879-8C04-88F6-A2355ADF12C6}"/>
              </a:ext>
            </a:extLst>
          </p:cNvPr>
          <p:cNvCxnSpPr/>
          <p:nvPr/>
        </p:nvCxnSpPr>
        <p:spPr>
          <a:xfrm>
            <a:off x="5517708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A626459-2DCD-C8B7-ED3D-1618B46051FD}"/>
              </a:ext>
            </a:extLst>
          </p:cNvPr>
          <p:cNvCxnSpPr/>
          <p:nvPr/>
        </p:nvCxnSpPr>
        <p:spPr>
          <a:xfrm>
            <a:off x="5680546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F07F1B8-BE35-7E41-6393-50C11D960C13}"/>
              </a:ext>
            </a:extLst>
          </p:cNvPr>
          <p:cNvCxnSpPr/>
          <p:nvPr/>
        </p:nvCxnSpPr>
        <p:spPr>
          <a:xfrm>
            <a:off x="5845472" y="47056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A8DB46C-693B-387F-F7E0-B1ACEC2269EB}"/>
              </a:ext>
            </a:extLst>
          </p:cNvPr>
          <p:cNvCxnSpPr/>
          <p:nvPr/>
        </p:nvCxnSpPr>
        <p:spPr>
          <a:xfrm>
            <a:off x="6020836" y="471813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07492E2-2C6B-4755-35B5-040EAA334CEF}"/>
              </a:ext>
            </a:extLst>
          </p:cNvPr>
          <p:cNvCxnSpPr/>
          <p:nvPr/>
        </p:nvCxnSpPr>
        <p:spPr>
          <a:xfrm>
            <a:off x="6208726" y="46680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38ADF92-40C1-E221-2E13-CE9F6C82E533}"/>
              </a:ext>
            </a:extLst>
          </p:cNvPr>
          <p:cNvCxnSpPr/>
          <p:nvPr/>
        </p:nvCxnSpPr>
        <p:spPr>
          <a:xfrm>
            <a:off x="6384090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1A28928-2022-F6EB-AA50-68267F37479B}"/>
              </a:ext>
            </a:extLst>
          </p:cNvPr>
          <p:cNvCxnSpPr/>
          <p:nvPr/>
        </p:nvCxnSpPr>
        <p:spPr>
          <a:xfrm>
            <a:off x="6555278" y="467638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F362BC5-D9BE-3045-3FB6-6798BDFFE7C9}"/>
              </a:ext>
            </a:extLst>
          </p:cNvPr>
          <p:cNvCxnSpPr/>
          <p:nvPr/>
        </p:nvCxnSpPr>
        <p:spPr>
          <a:xfrm>
            <a:off x="6720204" y="466594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E317C19-10E0-18BF-50AF-42267D9FA80B}"/>
              </a:ext>
            </a:extLst>
          </p:cNvPr>
          <p:cNvCxnSpPr/>
          <p:nvPr/>
        </p:nvCxnSpPr>
        <p:spPr>
          <a:xfrm>
            <a:off x="6895568" y="467847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0B6A08E-9B3F-1D28-DF7C-71F2F6D03E01}"/>
              </a:ext>
            </a:extLst>
          </p:cNvPr>
          <p:cNvCxnSpPr/>
          <p:nvPr/>
        </p:nvCxnSpPr>
        <p:spPr>
          <a:xfrm>
            <a:off x="7058406" y="467847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371CDEF-3B62-F283-B0F4-A7AD8EAAC2D6}"/>
              </a:ext>
            </a:extLst>
          </p:cNvPr>
          <p:cNvCxnSpPr/>
          <p:nvPr/>
        </p:nvCxnSpPr>
        <p:spPr>
          <a:xfrm>
            <a:off x="7223332" y="46680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B5CCE6B-D946-4BA1-314E-52762102AB44}"/>
              </a:ext>
            </a:extLst>
          </p:cNvPr>
          <p:cNvCxnSpPr/>
          <p:nvPr/>
        </p:nvCxnSpPr>
        <p:spPr>
          <a:xfrm>
            <a:off x="7398696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D1ECC0F4-693E-D8FF-2B2E-B8CE3413D626}"/>
              </a:ext>
            </a:extLst>
          </p:cNvPr>
          <p:cNvCxnSpPr/>
          <p:nvPr/>
        </p:nvCxnSpPr>
        <p:spPr>
          <a:xfrm>
            <a:off x="7584498" y="467847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33EA8A9-71ED-37A2-5FD7-D85406DA8F4B}"/>
              </a:ext>
            </a:extLst>
          </p:cNvPr>
          <p:cNvCxnSpPr/>
          <p:nvPr/>
        </p:nvCxnSpPr>
        <p:spPr>
          <a:xfrm>
            <a:off x="7749424" y="46680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80769F6-14C8-B3E4-E21D-DF983C3565E5}"/>
              </a:ext>
            </a:extLst>
          </p:cNvPr>
          <p:cNvCxnSpPr/>
          <p:nvPr/>
        </p:nvCxnSpPr>
        <p:spPr>
          <a:xfrm>
            <a:off x="7924788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87D1C2F-4476-BDCC-9211-8345D9BA3B74}"/>
              </a:ext>
            </a:extLst>
          </p:cNvPr>
          <p:cNvCxnSpPr/>
          <p:nvPr/>
        </p:nvCxnSpPr>
        <p:spPr>
          <a:xfrm>
            <a:off x="8087626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D592711-DA0E-0BDF-0FAB-85EDB161777E}"/>
              </a:ext>
            </a:extLst>
          </p:cNvPr>
          <p:cNvCxnSpPr/>
          <p:nvPr/>
        </p:nvCxnSpPr>
        <p:spPr>
          <a:xfrm>
            <a:off x="8252552" y="46701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D27E09F-CBF1-26D2-33BE-CB4E66583E13}"/>
              </a:ext>
            </a:extLst>
          </p:cNvPr>
          <p:cNvCxnSpPr/>
          <p:nvPr/>
        </p:nvCxnSpPr>
        <p:spPr>
          <a:xfrm>
            <a:off x="8427916" y="46826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8997142C-3AC3-4E38-FFF4-FB1E65F8F172}"/>
              </a:ext>
            </a:extLst>
          </p:cNvPr>
          <p:cNvCxnSpPr/>
          <p:nvPr/>
        </p:nvCxnSpPr>
        <p:spPr>
          <a:xfrm>
            <a:off x="8590754" y="46701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FFE56328-F2EC-C1DD-4618-4065C07E4C88}"/>
              </a:ext>
            </a:extLst>
          </p:cNvPr>
          <p:cNvCxnSpPr/>
          <p:nvPr/>
        </p:nvCxnSpPr>
        <p:spPr>
          <a:xfrm>
            <a:off x="8766118" y="46826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69513F8-593F-98AA-7E83-0C3A08F51278}"/>
              </a:ext>
            </a:extLst>
          </p:cNvPr>
          <p:cNvCxnSpPr/>
          <p:nvPr/>
        </p:nvCxnSpPr>
        <p:spPr>
          <a:xfrm>
            <a:off x="8928956" y="46826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9054A13-3C02-2127-4C96-1C25DF2E31C1}"/>
              </a:ext>
            </a:extLst>
          </p:cNvPr>
          <p:cNvCxnSpPr/>
          <p:nvPr/>
        </p:nvCxnSpPr>
        <p:spPr>
          <a:xfrm>
            <a:off x="9093882" y="46722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7A5DC80-E7F4-C01D-7D65-682582B07F9E}"/>
              </a:ext>
            </a:extLst>
          </p:cNvPr>
          <p:cNvCxnSpPr/>
          <p:nvPr/>
        </p:nvCxnSpPr>
        <p:spPr>
          <a:xfrm>
            <a:off x="9269246" y="46847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1465A9C-2130-1659-48FB-04BF541C9CEC}"/>
              </a:ext>
            </a:extLst>
          </p:cNvPr>
          <p:cNvCxnSpPr/>
          <p:nvPr/>
        </p:nvCxnSpPr>
        <p:spPr>
          <a:xfrm>
            <a:off x="9434172" y="46993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45695C9-1C70-7796-DA7A-7B305D5BED2D}"/>
              </a:ext>
            </a:extLst>
          </p:cNvPr>
          <p:cNvCxnSpPr/>
          <p:nvPr/>
        </p:nvCxnSpPr>
        <p:spPr>
          <a:xfrm>
            <a:off x="9555258" y="2152403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7E22917-8B96-A17B-9DD7-5852954AE7C6}"/>
              </a:ext>
            </a:extLst>
          </p:cNvPr>
          <p:cNvCxnSpPr/>
          <p:nvPr/>
        </p:nvCxnSpPr>
        <p:spPr>
          <a:xfrm>
            <a:off x="9281773" y="3019827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8B99633-6092-EF47-F011-E5C4F929FDB9}"/>
              </a:ext>
            </a:extLst>
          </p:cNvPr>
          <p:cNvCxnSpPr/>
          <p:nvPr/>
        </p:nvCxnSpPr>
        <p:spPr>
          <a:xfrm>
            <a:off x="9448786" y="3813137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9E31AD3-48C9-C9AF-D5F7-F74EFC7ACEA3}"/>
              </a:ext>
            </a:extLst>
          </p:cNvPr>
          <p:cNvCxnSpPr/>
          <p:nvPr/>
        </p:nvCxnSpPr>
        <p:spPr>
          <a:xfrm>
            <a:off x="9586572" y="46889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B5ECE06-E624-3943-51D1-AAF2FFDA4FE4}"/>
              </a:ext>
            </a:extLst>
          </p:cNvPr>
          <p:cNvCxnSpPr/>
          <p:nvPr/>
        </p:nvCxnSpPr>
        <p:spPr>
          <a:xfrm>
            <a:off x="2461364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0D4BF9A-4AC9-F9FD-53CE-12964D6DE8D6}"/>
              </a:ext>
            </a:extLst>
          </p:cNvPr>
          <p:cNvCxnSpPr/>
          <p:nvPr/>
        </p:nvCxnSpPr>
        <p:spPr>
          <a:xfrm>
            <a:off x="2649254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C8440DC-2B07-C99B-B28D-683C74411C87}"/>
              </a:ext>
            </a:extLst>
          </p:cNvPr>
          <p:cNvCxnSpPr/>
          <p:nvPr/>
        </p:nvCxnSpPr>
        <p:spPr>
          <a:xfrm>
            <a:off x="2129426" y="214195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BC822BA-3116-5872-12EF-610C6EC7CF7A}"/>
              </a:ext>
            </a:extLst>
          </p:cNvPr>
          <p:cNvCxnSpPr/>
          <p:nvPr/>
        </p:nvCxnSpPr>
        <p:spPr>
          <a:xfrm>
            <a:off x="2392472" y="215448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AC4DB1D-A3BE-9D4E-06CD-DD1AD2B477FC}"/>
              </a:ext>
            </a:extLst>
          </p:cNvPr>
          <p:cNvCxnSpPr/>
          <p:nvPr/>
        </p:nvCxnSpPr>
        <p:spPr>
          <a:xfrm>
            <a:off x="3841312" y="300207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E55186B-4325-74AD-6F4E-265FCBC1D553}"/>
              </a:ext>
            </a:extLst>
          </p:cNvPr>
          <p:cNvCxnSpPr/>
          <p:nvPr/>
        </p:nvCxnSpPr>
        <p:spPr>
          <a:xfrm>
            <a:off x="4680554" y="300207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B7990B2-FE57-C64D-D04E-4F9C0E5CE503}"/>
              </a:ext>
            </a:extLst>
          </p:cNvPr>
          <p:cNvCxnSpPr/>
          <p:nvPr/>
        </p:nvCxnSpPr>
        <p:spPr>
          <a:xfrm>
            <a:off x="5421676" y="2991638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D5491C43-F7A6-A928-5DF7-B6A78BC06F14}"/>
              </a:ext>
            </a:extLst>
          </p:cNvPr>
          <p:cNvCxnSpPr/>
          <p:nvPr/>
        </p:nvCxnSpPr>
        <p:spPr>
          <a:xfrm>
            <a:off x="6323548" y="2991638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62E8744-EE17-D502-0C17-3336F6052B19}"/>
              </a:ext>
            </a:extLst>
          </p:cNvPr>
          <p:cNvCxnSpPr/>
          <p:nvPr/>
        </p:nvCxnSpPr>
        <p:spPr>
          <a:xfrm>
            <a:off x="7162790" y="2991638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60060EF-038B-FDBA-C878-F92B1225E84E}"/>
              </a:ext>
            </a:extLst>
          </p:cNvPr>
          <p:cNvCxnSpPr/>
          <p:nvPr/>
        </p:nvCxnSpPr>
        <p:spPr>
          <a:xfrm>
            <a:off x="7878860" y="299372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BB08B29-DAE6-7C5F-5CEC-C246189E78E2}"/>
              </a:ext>
            </a:extLst>
          </p:cNvPr>
          <p:cNvCxnSpPr/>
          <p:nvPr/>
        </p:nvCxnSpPr>
        <p:spPr>
          <a:xfrm>
            <a:off x="8605368" y="2981200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78B0A87F-27F7-8EA0-0E26-679E62E01270}"/>
              </a:ext>
            </a:extLst>
          </p:cNvPr>
          <p:cNvCxnSpPr/>
          <p:nvPr/>
        </p:nvCxnSpPr>
        <p:spPr>
          <a:xfrm>
            <a:off x="2872634" y="382461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F2BFD1B-037A-8552-900F-EE26244ACACC}"/>
              </a:ext>
            </a:extLst>
          </p:cNvPr>
          <p:cNvCxnSpPr/>
          <p:nvPr/>
        </p:nvCxnSpPr>
        <p:spPr>
          <a:xfrm>
            <a:off x="3050086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E6CEFAF1-C217-D3D2-195A-96DE629D82F1}"/>
              </a:ext>
            </a:extLst>
          </p:cNvPr>
          <p:cNvCxnSpPr/>
          <p:nvPr/>
        </p:nvCxnSpPr>
        <p:spPr>
          <a:xfrm>
            <a:off x="3240064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A0FB8A3-DB7D-22B9-480B-82748D112062}"/>
              </a:ext>
            </a:extLst>
          </p:cNvPr>
          <p:cNvCxnSpPr/>
          <p:nvPr/>
        </p:nvCxnSpPr>
        <p:spPr>
          <a:xfrm>
            <a:off x="3427954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3E281542-169F-8FF3-5C61-69A5DA6BA8E4}"/>
              </a:ext>
            </a:extLst>
          </p:cNvPr>
          <p:cNvCxnSpPr/>
          <p:nvPr/>
        </p:nvCxnSpPr>
        <p:spPr>
          <a:xfrm>
            <a:off x="3586616" y="382461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8ACD9573-E7A9-07A0-1F60-5F4FEC587B3D}"/>
              </a:ext>
            </a:extLst>
          </p:cNvPr>
          <p:cNvCxnSpPr/>
          <p:nvPr/>
        </p:nvCxnSpPr>
        <p:spPr>
          <a:xfrm>
            <a:off x="3764068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160240AF-A7C1-8CE6-966D-AE99059C10ED}"/>
              </a:ext>
            </a:extLst>
          </p:cNvPr>
          <p:cNvCxnSpPr/>
          <p:nvPr/>
        </p:nvCxnSpPr>
        <p:spPr>
          <a:xfrm>
            <a:off x="3954046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1283C41-816A-CDD4-A57B-DEA2716FD4CF}"/>
              </a:ext>
            </a:extLst>
          </p:cNvPr>
          <p:cNvCxnSpPr/>
          <p:nvPr/>
        </p:nvCxnSpPr>
        <p:spPr>
          <a:xfrm>
            <a:off x="4141936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90F121D-6736-FAED-6B65-D423C5F07918}"/>
              </a:ext>
            </a:extLst>
          </p:cNvPr>
          <p:cNvCxnSpPr/>
          <p:nvPr/>
        </p:nvCxnSpPr>
        <p:spPr>
          <a:xfrm>
            <a:off x="4350702" y="381209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0402EEA8-23E2-F9AA-8850-854BC073BD4D}"/>
              </a:ext>
            </a:extLst>
          </p:cNvPr>
          <p:cNvCxnSpPr/>
          <p:nvPr/>
        </p:nvCxnSpPr>
        <p:spPr>
          <a:xfrm>
            <a:off x="4528154" y="380165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BF48E115-7160-6B50-98D1-387EE9984EE5}"/>
              </a:ext>
            </a:extLst>
          </p:cNvPr>
          <p:cNvCxnSpPr/>
          <p:nvPr/>
        </p:nvCxnSpPr>
        <p:spPr>
          <a:xfrm>
            <a:off x="4718132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F5420D89-DD3E-947D-F285-1E7BDCFD1C30}"/>
              </a:ext>
            </a:extLst>
          </p:cNvPr>
          <p:cNvCxnSpPr/>
          <p:nvPr/>
        </p:nvCxnSpPr>
        <p:spPr>
          <a:xfrm>
            <a:off x="4906022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FC0516-4CA9-2608-80CD-8659C0F44A6D}"/>
              </a:ext>
            </a:extLst>
          </p:cNvPr>
          <p:cNvCxnSpPr/>
          <p:nvPr/>
        </p:nvCxnSpPr>
        <p:spPr>
          <a:xfrm>
            <a:off x="5129402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4428AB0C-9ED0-4637-7E03-68EA85AB5A3F}"/>
              </a:ext>
            </a:extLst>
          </p:cNvPr>
          <p:cNvCxnSpPr/>
          <p:nvPr/>
        </p:nvCxnSpPr>
        <p:spPr>
          <a:xfrm>
            <a:off x="530685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636670B2-C2FC-AACC-BC59-C42F00E6D340}"/>
              </a:ext>
            </a:extLst>
          </p:cNvPr>
          <p:cNvCxnSpPr/>
          <p:nvPr/>
        </p:nvCxnSpPr>
        <p:spPr>
          <a:xfrm>
            <a:off x="5496832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AABF2DEF-E451-BF88-FBB8-0275652F1D10}"/>
              </a:ext>
            </a:extLst>
          </p:cNvPr>
          <p:cNvCxnSpPr/>
          <p:nvPr/>
        </p:nvCxnSpPr>
        <p:spPr>
          <a:xfrm>
            <a:off x="5684722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B9FE33D-58EF-5433-B971-6611BE4E5764}"/>
              </a:ext>
            </a:extLst>
          </p:cNvPr>
          <p:cNvCxnSpPr/>
          <p:nvPr/>
        </p:nvCxnSpPr>
        <p:spPr>
          <a:xfrm>
            <a:off x="5843384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CA547E28-7B2D-6DF8-802E-977A75D7C6FF}"/>
              </a:ext>
            </a:extLst>
          </p:cNvPr>
          <p:cNvCxnSpPr/>
          <p:nvPr/>
        </p:nvCxnSpPr>
        <p:spPr>
          <a:xfrm>
            <a:off x="6020836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D8AD118C-2101-ECA6-B2F0-3B334D78C7F2}"/>
              </a:ext>
            </a:extLst>
          </p:cNvPr>
          <p:cNvCxnSpPr/>
          <p:nvPr/>
        </p:nvCxnSpPr>
        <p:spPr>
          <a:xfrm>
            <a:off x="621081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03C345A6-BBD4-CA9B-AFF7-8E44956CEC07}"/>
              </a:ext>
            </a:extLst>
          </p:cNvPr>
          <p:cNvCxnSpPr/>
          <p:nvPr/>
        </p:nvCxnSpPr>
        <p:spPr>
          <a:xfrm>
            <a:off x="639870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7932EA1D-AABC-9196-9F7A-E2C9F50E4043}"/>
              </a:ext>
            </a:extLst>
          </p:cNvPr>
          <p:cNvCxnSpPr/>
          <p:nvPr/>
        </p:nvCxnSpPr>
        <p:spPr>
          <a:xfrm>
            <a:off x="6567804" y="381209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981C5971-9226-6A87-E37A-14D3A85A584A}"/>
              </a:ext>
            </a:extLst>
          </p:cNvPr>
          <p:cNvCxnSpPr/>
          <p:nvPr/>
        </p:nvCxnSpPr>
        <p:spPr>
          <a:xfrm>
            <a:off x="6745256" y="380165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9054B8E-5121-F91D-84F9-4D67F0B4B20C}"/>
              </a:ext>
            </a:extLst>
          </p:cNvPr>
          <p:cNvCxnSpPr/>
          <p:nvPr/>
        </p:nvCxnSpPr>
        <p:spPr>
          <a:xfrm>
            <a:off x="693523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B4C990DF-4F59-6D85-CB50-0ADB6EEF31AA}"/>
              </a:ext>
            </a:extLst>
          </p:cNvPr>
          <p:cNvCxnSpPr/>
          <p:nvPr/>
        </p:nvCxnSpPr>
        <p:spPr>
          <a:xfrm>
            <a:off x="712312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304BC931-613D-1239-B5F3-15B8FAC3D515}"/>
              </a:ext>
            </a:extLst>
          </p:cNvPr>
          <p:cNvCxnSpPr/>
          <p:nvPr/>
        </p:nvCxnSpPr>
        <p:spPr>
          <a:xfrm>
            <a:off x="7346504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D1C828A-B306-CCC0-EA4D-89D5D5FCFCC2}"/>
              </a:ext>
            </a:extLst>
          </p:cNvPr>
          <p:cNvCxnSpPr/>
          <p:nvPr/>
        </p:nvCxnSpPr>
        <p:spPr>
          <a:xfrm>
            <a:off x="7523956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B82F13FE-23A2-B2B7-37CB-96B0DFD9ACAC}"/>
              </a:ext>
            </a:extLst>
          </p:cNvPr>
          <p:cNvCxnSpPr/>
          <p:nvPr/>
        </p:nvCxnSpPr>
        <p:spPr>
          <a:xfrm>
            <a:off x="771393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41747E52-5FA1-C2B4-D9D9-B08152DD35B2}"/>
              </a:ext>
            </a:extLst>
          </p:cNvPr>
          <p:cNvCxnSpPr/>
          <p:nvPr/>
        </p:nvCxnSpPr>
        <p:spPr>
          <a:xfrm>
            <a:off x="790182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5EB402F7-A568-5364-AE77-DD65B9E91884}"/>
              </a:ext>
            </a:extLst>
          </p:cNvPr>
          <p:cNvCxnSpPr/>
          <p:nvPr/>
        </p:nvCxnSpPr>
        <p:spPr>
          <a:xfrm>
            <a:off x="8060486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3323AFA6-C3EA-C5E4-64EA-B67F02AC654E}"/>
              </a:ext>
            </a:extLst>
          </p:cNvPr>
          <p:cNvCxnSpPr/>
          <p:nvPr/>
        </p:nvCxnSpPr>
        <p:spPr>
          <a:xfrm>
            <a:off x="8237938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4CA01C3D-EBF8-370D-B2DD-A5361174427D}"/>
              </a:ext>
            </a:extLst>
          </p:cNvPr>
          <p:cNvCxnSpPr/>
          <p:nvPr/>
        </p:nvCxnSpPr>
        <p:spPr>
          <a:xfrm>
            <a:off x="8427916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540D1E5-BD99-4CD7-E976-6C8D3C6A37B3}"/>
              </a:ext>
            </a:extLst>
          </p:cNvPr>
          <p:cNvCxnSpPr/>
          <p:nvPr/>
        </p:nvCxnSpPr>
        <p:spPr>
          <a:xfrm>
            <a:off x="8615806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AF2F42BC-359C-F4B9-1E53-416136919F22}"/>
              </a:ext>
            </a:extLst>
          </p:cNvPr>
          <p:cNvCxnSpPr/>
          <p:nvPr/>
        </p:nvCxnSpPr>
        <p:spPr>
          <a:xfrm>
            <a:off x="881413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1CFB46C0-02B3-2041-26D9-A7759A78CE3B}"/>
              </a:ext>
            </a:extLst>
          </p:cNvPr>
          <p:cNvCxnSpPr/>
          <p:nvPr/>
        </p:nvCxnSpPr>
        <p:spPr>
          <a:xfrm>
            <a:off x="9004112" y="380582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BEF1D68-74A8-B373-0779-7823E4F7DC66}"/>
              </a:ext>
            </a:extLst>
          </p:cNvPr>
          <p:cNvCxnSpPr/>
          <p:nvPr/>
        </p:nvCxnSpPr>
        <p:spPr>
          <a:xfrm>
            <a:off x="9231668" y="382044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87D08D28-474A-B174-E1F3-6CC9A67F4C70}"/>
              </a:ext>
            </a:extLst>
          </p:cNvPr>
          <p:cNvCxnSpPr/>
          <p:nvPr/>
        </p:nvCxnSpPr>
        <p:spPr>
          <a:xfrm>
            <a:off x="2642992" y="214195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6119EA05-8022-3BCE-E86D-FE557EFE4F7C}"/>
              </a:ext>
            </a:extLst>
          </p:cNvPr>
          <p:cNvCxnSpPr/>
          <p:nvPr/>
        </p:nvCxnSpPr>
        <p:spPr>
          <a:xfrm>
            <a:off x="2883074" y="214404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82E710F1-F1A9-705B-3672-6AA43AB06C63}"/>
              </a:ext>
            </a:extLst>
          </p:cNvPr>
          <p:cNvCxnSpPr/>
          <p:nvPr/>
        </p:nvCxnSpPr>
        <p:spPr>
          <a:xfrm>
            <a:off x="3146120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BDCCD42-7C80-9E8F-807D-A4ED3CD76BEC}"/>
              </a:ext>
            </a:extLst>
          </p:cNvPr>
          <p:cNvCxnSpPr/>
          <p:nvPr/>
        </p:nvCxnSpPr>
        <p:spPr>
          <a:xfrm>
            <a:off x="3432130" y="215448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6AEE1CFE-F8EA-FF34-2869-1B8FCCC94FED}"/>
              </a:ext>
            </a:extLst>
          </p:cNvPr>
          <p:cNvCxnSpPr/>
          <p:nvPr/>
        </p:nvCxnSpPr>
        <p:spPr>
          <a:xfrm>
            <a:off x="3672212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31B33DB5-72A1-8F65-598D-EC3E8BC1A723}"/>
              </a:ext>
            </a:extLst>
          </p:cNvPr>
          <p:cNvCxnSpPr/>
          <p:nvPr/>
        </p:nvCxnSpPr>
        <p:spPr>
          <a:xfrm>
            <a:off x="3935258" y="216909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ACA039B9-7BC0-CBE5-484C-AFCA58E58F3F}"/>
              </a:ext>
            </a:extLst>
          </p:cNvPr>
          <p:cNvCxnSpPr/>
          <p:nvPr/>
        </p:nvCxnSpPr>
        <p:spPr>
          <a:xfrm>
            <a:off x="4185778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AC8D22A3-100B-2132-E0B5-0D8CA1E18BA6}"/>
              </a:ext>
            </a:extLst>
          </p:cNvPr>
          <p:cNvCxnSpPr/>
          <p:nvPr/>
        </p:nvCxnSpPr>
        <p:spPr>
          <a:xfrm>
            <a:off x="4425860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2749A5C0-AA72-7796-BF83-CF7F463810D3}"/>
              </a:ext>
            </a:extLst>
          </p:cNvPr>
          <p:cNvCxnSpPr/>
          <p:nvPr/>
        </p:nvCxnSpPr>
        <p:spPr>
          <a:xfrm>
            <a:off x="4688906" y="217118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637ADF8-94B1-03B4-D457-C4E4863E1E8E}"/>
              </a:ext>
            </a:extLst>
          </p:cNvPr>
          <p:cNvCxnSpPr/>
          <p:nvPr/>
        </p:nvCxnSpPr>
        <p:spPr>
          <a:xfrm>
            <a:off x="4960302" y="214195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5BBEB1B1-782A-A48B-BAD7-2F778A2E805F}"/>
              </a:ext>
            </a:extLst>
          </p:cNvPr>
          <p:cNvCxnSpPr/>
          <p:nvPr/>
        </p:nvCxnSpPr>
        <p:spPr>
          <a:xfrm>
            <a:off x="5200384" y="214404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EF0A769-6E36-5A63-EE3C-1F535B291553}"/>
              </a:ext>
            </a:extLst>
          </p:cNvPr>
          <p:cNvCxnSpPr/>
          <p:nvPr/>
        </p:nvCxnSpPr>
        <p:spPr>
          <a:xfrm>
            <a:off x="5463430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BB2FE3BA-25FC-4428-22D5-AA8CE7854F22}"/>
              </a:ext>
            </a:extLst>
          </p:cNvPr>
          <p:cNvCxnSpPr/>
          <p:nvPr/>
        </p:nvCxnSpPr>
        <p:spPr>
          <a:xfrm>
            <a:off x="5713950" y="214404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B0174AA6-5C1A-3F2E-E15F-AEE1DF259A04}"/>
              </a:ext>
            </a:extLst>
          </p:cNvPr>
          <p:cNvCxnSpPr/>
          <p:nvPr/>
        </p:nvCxnSpPr>
        <p:spPr>
          <a:xfrm>
            <a:off x="5954032" y="214613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D4B50DEE-5AD5-218D-6162-7FAB28D8FE5B}"/>
              </a:ext>
            </a:extLst>
          </p:cNvPr>
          <p:cNvCxnSpPr/>
          <p:nvPr/>
        </p:nvCxnSpPr>
        <p:spPr>
          <a:xfrm>
            <a:off x="6217078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913CE342-108A-7771-FF46-FF4904E7C1F3}"/>
              </a:ext>
            </a:extLst>
          </p:cNvPr>
          <p:cNvCxnSpPr/>
          <p:nvPr/>
        </p:nvCxnSpPr>
        <p:spPr>
          <a:xfrm>
            <a:off x="6503088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F3EAD021-BB0B-E88B-4E67-9705BDDE9B3E}"/>
              </a:ext>
            </a:extLst>
          </p:cNvPr>
          <p:cNvCxnSpPr/>
          <p:nvPr/>
        </p:nvCxnSpPr>
        <p:spPr>
          <a:xfrm>
            <a:off x="6743170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A3A36722-D741-087E-06BE-A8B9A2DE59FB}"/>
              </a:ext>
            </a:extLst>
          </p:cNvPr>
          <p:cNvCxnSpPr/>
          <p:nvPr/>
        </p:nvCxnSpPr>
        <p:spPr>
          <a:xfrm>
            <a:off x="7006216" y="217118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04AE9629-5954-B79B-9FF5-AA681EE915E3}"/>
              </a:ext>
            </a:extLst>
          </p:cNvPr>
          <p:cNvCxnSpPr/>
          <p:nvPr/>
        </p:nvCxnSpPr>
        <p:spPr>
          <a:xfrm>
            <a:off x="7256736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69DAE9A2-7CD3-4A81-0E08-54DA4556C3F3}"/>
              </a:ext>
            </a:extLst>
          </p:cNvPr>
          <p:cNvCxnSpPr/>
          <p:nvPr/>
        </p:nvCxnSpPr>
        <p:spPr>
          <a:xfrm>
            <a:off x="7496818" y="216074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112152FC-29BC-7420-0F8A-EA3E63944A08}"/>
              </a:ext>
            </a:extLst>
          </p:cNvPr>
          <p:cNvCxnSpPr/>
          <p:nvPr/>
        </p:nvCxnSpPr>
        <p:spPr>
          <a:xfrm>
            <a:off x="7759864" y="217327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A09C87F3-1E22-E91B-64DE-239116019C98}"/>
              </a:ext>
            </a:extLst>
          </p:cNvPr>
          <p:cNvCxnSpPr/>
          <p:nvPr/>
        </p:nvCxnSpPr>
        <p:spPr>
          <a:xfrm>
            <a:off x="8010384" y="213569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2058703F-CFF3-CDAF-33C4-1CAC75C2C3DE}"/>
              </a:ext>
            </a:extLst>
          </p:cNvPr>
          <p:cNvCxnSpPr/>
          <p:nvPr/>
        </p:nvCxnSpPr>
        <p:spPr>
          <a:xfrm>
            <a:off x="8273430" y="214822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83F33535-F16D-F058-A176-FED50076C300}"/>
              </a:ext>
            </a:extLst>
          </p:cNvPr>
          <p:cNvCxnSpPr/>
          <p:nvPr/>
        </p:nvCxnSpPr>
        <p:spPr>
          <a:xfrm>
            <a:off x="8523950" y="213569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532CA3AC-9A73-5384-4E8A-AAAAAA2213BF}"/>
              </a:ext>
            </a:extLst>
          </p:cNvPr>
          <p:cNvCxnSpPr/>
          <p:nvPr/>
        </p:nvCxnSpPr>
        <p:spPr>
          <a:xfrm>
            <a:off x="8764032" y="213778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57914EB4-D558-26EA-CCA0-A04304D0AC3C}"/>
              </a:ext>
            </a:extLst>
          </p:cNvPr>
          <p:cNvCxnSpPr/>
          <p:nvPr/>
        </p:nvCxnSpPr>
        <p:spPr>
          <a:xfrm>
            <a:off x="9027078" y="215031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BEE655C8-2211-1B5B-3ABC-C069BC03951B}"/>
              </a:ext>
            </a:extLst>
          </p:cNvPr>
          <p:cNvCxnSpPr/>
          <p:nvPr/>
        </p:nvCxnSpPr>
        <p:spPr>
          <a:xfrm>
            <a:off x="9254634" y="21398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662932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D8FDA-FC86-098E-8AA6-72789B98D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888EF37-35AA-38E3-6F05-0EEFF48A7BF2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6B0D4B-5757-D59A-30F2-CEB693F6F15F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AB164033-6ED8-171F-DA06-1338A512F996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336148" y="1389216"/>
                <a:ext cx="9476740" cy="514936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Uses the actual time difference to construct the interpolation formula.</a:t>
                </a:r>
              </a:p>
              <a:p>
                <a:endParaRPr lang="en-US" dirty="0">
                  <a:cs typeface="Arial" panose="020B0604020202020204" pitchFamily="34" charset="0"/>
                </a:endParaRPr>
              </a:p>
              <a:p>
                <a:endParaRPr lang="en-US" dirty="0">
                  <a:cs typeface="Arial" panose="020B0604020202020204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cs typeface="Arial" panose="020B0604020202020204" pitchFamily="34" charset="0"/>
                  </a:rPr>
                  <a:t> is the interpolated value to be substituted for the missing observation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</m:oMath>
                </a14:m>
                <a:endParaRPr lang="en-US" dirty="0">
                  <a:cs typeface="Arial" panose="020B0604020202020204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Arial" panose="020B0604020202020204" pitchFamily="34" charset="0"/>
                  </a:rPr>
                  <a:t> are the known values surrounding the missing data with corresponding time indices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cs typeface="Arial" panose="020B0604020202020204" pitchFamily="34" charset="0"/>
                </a:endParaRPr>
              </a:p>
              <a:p>
                <a:r>
                  <a:rPr lang="en-US" dirty="0">
                    <a:cs typeface="Arial" panose="020B0604020202020204" pitchFamily="34" charset="0"/>
                  </a:rPr>
                  <a:t>The rate of change between the two known points surrounding the missing point is assumed to be constant. However, the overall rate of change for the time series can vary.</a:t>
                </a:r>
              </a:p>
            </p:txBody>
          </p:sp>
        </mc:Choice>
        <mc:Fallback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AB164033-6ED8-171F-DA06-1338A512F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336148" y="1389216"/>
                <a:ext cx="9476740" cy="5149369"/>
              </a:xfrm>
              <a:blipFill>
                <a:blip r:embed="rId3"/>
                <a:stretch>
                  <a:fillRect l="-1339" t="-1966" r="-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D44FB4EB-7EA8-7A7E-41AE-9B2A4F29C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Time-based linear interpolation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CFE1F0D-09C6-8170-9EB6-4E8D43BC0A75}"/>
                  </a:ext>
                </a:extLst>
              </p:cNvPr>
              <p:cNvSpPr txBox="1"/>
              <p:nvPr/>
            </p:nvSpPr>
            <p:spPr>
              <a:xfrm>
                <a:off x="3041283" y="2319203"/>
                <a:ext cx="3584986" cy="7298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CFE1F0D-09C6-8170-9EB6-4E8D43BC0A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1283" y="2319203"/>
                <a:ext cx="3584986" cy="729880"/>
              </a:xfrm>
              <a:prstGeom prst="rect">
                <a:avLst/>
              </a:prstGeom>
              <a:blipFill>
                <a:blip r:embed="rId4"/>
                <a:stretch>
                  <a:fillRect l="-707" b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Linear interpolation - Wikipedia">
            <a:extLst>
              <a:ext uri="{FF2B5EF4-FFF2-40B4-BE49-F238E27FC236}">
                <a16:creationId xmlns:a16="http://schemas.microsoft.com/office/drawing/2014/main" id="{4FC85AD4-A207-55BC-B59B-A9BDFC09EB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637"/>
          <a:stretch>
            <a:fillRect/>
          </a:stretch>
        </p:blipFill>
        <p:spPr bwMode="auto">
          <a:xfrm>
            <a:off x="9627829" y="2171724"/>
            <a:ext cx="2112729" cy="1930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D280E2-2DA2-8F1A-4EB5-77C338EDE987}"/>
                  </a:ext>
                </a:extLst>
              </p:cNvPr>
              <p:cNvSpPr txBox="1"/>
              <p:nvPr/>
            </p:nvSpPr>
            <p:spPr>
              <a:xfrm>
                <a:off x="10264383" y="4005473"/>
                <a:ext cx="545857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D280E2-2DA2-8F1A-4EB5-77C338EDE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4383" y="4005473"/>
                <a:ext cx="545857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BB0761-E5E5-10CA-A256-2BBF5F55FB65}"/>
                  </a:ext>
                </a:extLst>
              </p:cNvPr>
              <p:cNvSpPr txBox="1"/>
              <p:nvPr/>
            </p:nvSpPr>
            <p:spPr>
              <a:xfrm>
                <a:off x="11261736" y="4005473"/>
                <a:ext cx="41234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BB0761-E5E5-10CA-A256-2BBF5F55F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1736" y="4005473"/>
                <a:ext cx="412348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3512956E-D986-4EB0-3D80-0F8DCC2AA652}"/>
              </a:ext>
            </a:extLst>
          </p:cNvPr>
          <p:cNvSpPr/>
          <p:nvPr/>
        </p:nvSpPr>
        <p:spPr>
          <a:xfrm>
            <a:off x="11007972" y="3049083"/>
            <a:ext cx="381586" cy="31646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622087-517C-0899-DF4F-B002437E047B}"/>
                  </a:ext>
                </a:extLst>
              </p:cNvPr>
              <p:cNvSpPr txBox="1"/>
              <p:nvPr/>
            </p:nvSpPr>
            <p:spPr>
              <a:xfrm>
                <a:off x="10918777" y="3056932"/>
                <a:ext cx="559975" cy="3164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622087-517C-0899-DF4F-B002437E04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8777" y="3056932"/>
                <a:ext cx="559975" cy="316461"/>
              </a:xfrm>
              <a:prstGeom prst="rect">
                <a:avLst/>
              </a:prstGeom>
              <a:blipFill>
                <a:blip r:embed="rId8"/>
                <a:stretch>
                  <a:fillRect r="-2222"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05291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FFC27-92C2-FA94-8AB5-B47238640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D4B6CF9D-BA29-766D-26C7-FE67A7E6069B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A8FC12-BC38-A3B6-8555-AE2EDED6EE3F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176FDD-EF26-38D7-6829-E113BF0C0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Time-based linear interpolation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200F90B-4987-D2DB-3C46-7E46AC6288AB}"/>
              </a:ext>
            </a:extLst>
          </p:cNvPr>
          <p:cNvSpPr/>
          <p:nvPr/>
        </p:nvSpPr>
        <p:spPr>
          <a:xfrm>
            <a:off x="11007972" y="3049083"/>
            <a:ext cx="381586" cy="31646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DF51CA-7CA4-5299-DDCD-19AD3A76E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259" y="1325562"/>
            <a:ext cx="10424160" cy="517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007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5D1E5-BB6F-1D8D-8FEA-BFF960E31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B1D69E39-D40A-C5C2-55DE-8EED0FEC4042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D63B75-941D-C8A8-ADC7-66ECF84E6800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40833326-8BDE-8555-E6ED-ADAA7E2CC34E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5093" y="1574302"/>
                <a:ext cx="10753493" cy="471653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Average offset from BACON paper:</a:t>
                </a:r>
              </a:p>
              <a:p>
                <a:r>
                  <a:rPr lang="en-US" dirty="0"/>
                  <a:t>Al+/Sr   -1.1856E-16 </a:t>
                </a:r>
              </a:p>
              <a:p>
                <a:r>
                  <a:rPr lang="en-US" dirty="0"/>
                  <a:t>Yb/Sr    -1.0808E-16 </a:t>
                </a:r>
              </a:p>
              <a:p>
                <a:r>
                  <a:rPr lang="en-US" dirty="0"/>
                  <a:t>Al+/Yb  -1.4916E-17</a:t>
                </a:r>
              </a:p>
              <a:p>
                <a:endParaRPr lang="en-US" dirty="0"/>
              </a:p>
              <a:p>
                <a:r>
                  <a:rPr lang="en-US" dirty="0">
                    <a:cs typeface="Arial" panose="020B0604020202020204" pitchFamily="34" charset="0"/>
                  </a:rPr>
                  <a:t>ADEV with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=1/3</m:t>
                    </m:r>
                  </m:oMath>
                </a14:m>
                <a:r>
                  <a:rPr lang="en-US" dirty="0">
                    <a:cs typeface="Arial" panose="020B0604020202020204" pitchFamily="34" charset="0"/>
                  </a:rPr>
                  <a:t> sample size:</a:t>
                </a:r>
              </a:p>
              <a:p>
                <a:r>
                  <a:rPr lang="en-US" dirty="0"/>
                  <a:t>Al+/Sr (tau= 1390):  7.5332E-18 </a:t>
                </a:r>
              </a:p>
              <a:p>
                <a:r>
                  <a:rPr lang="en-US" dirty="0"/>
                  <a:t>Yb/Sr (tau= 1286):   7.0540E-18 </a:t>
                </a:r>
              </a:p>
              <a:p>
                <a:r>
                  <a:rPr lang="en-US" dirty="0"/>
                  <a:t>Al+/Yb (tau= 1525): 6.8614E-18</a:t>
                </a:r>
                <a:endParaRPr lang="en-US" dirty="0"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40833326-8BDE-8555-E6ED-ADAA7E2CC3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5093" y="1574302"/>
                <a:ext cx="10753493" cy="4716537"/>
              </a:xfrm>
              <a:blipFill>
                <a:blip r:embed="rId3"/>
                <a:stretch>
                  <a:fillRect l="-1299" t="-2145" b="-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B0DFA1C4-32B0-654D-33EC-88BA30C44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Time-based linear interpolation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4E258AA-697B-1F91-A09F-D33E1B1113B5}"/>
              </a:ext>
            </a:extLst>
          </p:cNvPr>
          <p:cNvSpPr/>
          <p:nvPr/>
        </p:nvSpPr>
        <p:spPr>
          <a:xfrm>
            <a:off x="11007972" y="3049083"/>
            <a:ext cx="381586" cy="31646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541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597D5-60F6-3231-A6F1-912A8E12C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B143FA5A-B518-D90B-6E77-0D54EDAF621C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F55600-4E9F-BD4C-7003-9516FE6C431D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BB8E5CD-1112-FD6F-BACB-8771AED121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43" y="1299328"/>
            <a:ext cx="10753493" cy="3459164"/>
          </a:xfrm>
        </p:spPr>
        <p:txBody>
          <a:bodyPr>
            <a:normAutofit/>
          </a:bodyPr>
          <a:lstStyle/>
          <a:p>
            <a:r>
              <a:rPr lang="en-US" dirty="0">
                <a:cs typeface="Arial" panose="020B0604020202020204" pitchFamily="34" charset="0"/>
              </a:rPr>
              <a:t>The Kalman filter provides a means to infer the missing information from indirect and noisy measurements.</a:t>
            </a:r>
            <a:r>
              <a:rPr lang="en-US" sz="2000" baseline="30000" dirty="0">
                <a:cs typeface="Arial" panose="020B0604020202020204" pitchFamily="34" charset="0"/>
              </a:rPr>
              <a:t>[1]</a:t>
            </a:r>
            <a:r>
              <a:rPr lang="en-US" dirty="0">
                <a:cs typeface="Arial" panose="020B0604020202020204" pitchFamily="34" charset="0"/>
              </a:rPr>
              <a:t> </a:t>
            </a:r>
          </a:p>
          <a:p>
            <a:r>
              <a:rPr lang="en-US" dirty="0">
                <a:cs typeface="Arial" panose="020B0604020202020204" pitchFamily="34" charset="0"/>
              </a:rPr>
              <a:t>It is a recursive algorithm that produces estimates of unknown variables based on a series of measurements observed over time.</a:t>
            </a:r>
            <a:r>
              <a:rPr lang="en-US" sz="2000" baseline="30000" dirty="0">
                <a:cs typeface="Arial" panose="020B0604020202020204" pitchFamily="34" charset="0"/>
              </a:rPr>
              <a:t>[2]</a:t>
            </a:r>
            <a:endParaRPr lang="en-US" baseline="30000" dirty="0">
              <a:cs typeface="Arial" panose="020B0604020202020204" pitchFamily="34" charset="0"/>
            </a:endParaRPr>
          </a:p>
          <a:p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A3D512-5677-C0AB-5244-AE92F3354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Interpolation via Kalman smoothing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253DC9-FE32-0033-D5E0-BB044EA8E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6761" y="3022719"/>
            <a:ext cx="6644921" cy="34715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A39A1B-B0C1-2529-268D-D10BA0151DF5}"/>
              </a:ext>
            </a:extLst>
          </p:cNvPr>
          <p:cNvSpPr txBox="1"/>
          <p:nvPr/>
        </p:nvSpPr>
        <p:spPr>
          <a:xfrm>
            <a:off x="213812" y="6550223"/>
            <a:ext cx="112360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[1] Kalman Filtering: Theory and Practice Using MATLAB, 2</a:t>
            </a:r>
            <a:r>
              <a:rPr lang="en-US" sz="1400" baseline="30000" dirty="0"/>
              <a:t>nd</a:t>
            </a:r>
            <a:r>
              <a:rPr lang="en-US" sz="1400" dirty="0"/>
              <a:t> Ed.            [2] </a:t>
            </a:r>
            <a:r>
              <a:rPr lang="en-US" sz="1400" dirty="0">
                <a:cs typeface="Arial" panose="020B0604020202020204" pitchFamily="34" charset="0"/>
              </a:rPr>
              <a:t>https://</a:t>
            </a:r>
            <a:r>
              <a:rPr lang="en-US" sz="1400" dirty="0" err="1">
                <a:cs typeface="Arial" panose="020B0604020202020204" pitchFamily="34" charset="0"/>
              </a:rPr>
              <a:t>en.wikipedia.org</a:t>
            </a:r>
            <a:r>
              <a:rPr lang="en-US" sz="1400" dirty="0">
                <a:cs typeface="Arial" panose="020B0604020202020204" pitchFamily="34" charset="0"/>
              </a:rPr>
              <a:t>/wiki/</a:t>
            </a:r>
            <a:r>
              <a:rPr lang="en-US" sz="1400" dirty="0" err="1">
                <a:cs typeface="Arial" panose="020B0604020202020204" pitchFamily="34" charset="0"/>
              </a:rPr>
              <a:t>Kalman_filter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979447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5ADB3-7677-B0E6-35CF-94DBC636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243112D-3ABB-683E-49EF-658D1640EA93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F91DB-E569-42BA-5506-6076C2F44D4D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6EEA31-EAC1-8B82-6383-E83B0220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Interpolation via Kalman smoothing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62237-94DF-68E4-F077-20C689DA7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" y="1325563"/>
            <a:ext cx="10424160" cy="517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1023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97BD1-E45D-748F-57AB-7E6B5C21F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9CE70CF-74E7-39D4-691C-0BC901AC316E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081C69-5052-1D20-99DB-43F7BE1695E6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E5AE26-9A2E-31C6-57B1-8580A8628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Interpolation via Kalman smoothing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F19C08-5BE8-3B38-791F-5175BC723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476" y="1325563"/>
            <a:ext cx="10424160" cy="517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3990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C0D86-F674-AFB0-217A-C624553F3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CCDEE60-63E4-6A19-1734-DAC6726A2F85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950E8E-531D-0A08-1132-1506603D6D09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EC7AEA68-81F0-739B-5E1E-B1126F62B5D2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697143" y="1458276"/>
                <a:ext cx="10753493" cy="483256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Average offset from BACON paper:</a:t>
                </a:r>
              </a:p>
              <a:p>
                <a:r>
                  <a:rPr lang="en-US" dirty="0"/>
                  <a:t>Al+/Sr   -7.5956E-16 </a:t>
                </a:r>
              </a:p>
              <a:p>
                <a:r>
                  <a:rPr lang="en-US" dirty="0"/>
                  <a:t>Yb/Sr    -8.0453E-16 </a:t>
                </a:r>
              </a:p>
              <a:p>
                <a:r>
                  <a:rPr lang="en-US" dirty="0"/>
                  <a:t>Al+/Yb  -1.5600E-17 </a:t>
                </a:r>
              </a:p>
              <a:p>
                <a:endParaRPr lang="en-US" dirty="0"/>
              </a:p>
              <a:p>
                <a:r>
                  <a:rPr lang="en-US" dirty="0">
                    <a:cs typeface="Arial" panose="020B0604020202020204" pitchFamily="34" charset="0"/>
                  </a:rPr>
                  <a:t>ADEV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𝜏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=1/3</m:t>
                    </m:r>
                  </m:oMath>
                </a14:m>
                <a:r>
                  <a:rPr lang="en-US" dirty="0">
                    <a:cs typeface="Arial" panose="020B0604020202020204" pitchFamily="34" charset="0"/>
                  </a:rPr>
                  <a:t> sample size:</a:t>
                </a:r>
                <a:endParaRPr lang="en-US" dirty="0"/>
              </a:p>
              <a:p>
                <a:r>
                  <a:rPr lang="en-US" dirty="0"/>
                  <a:t>Al+/Sr (tau= 1384):  5.5648E-17 </a:t>
                </a:r>
              </a:p>
              <a:p>
                <a:r>
                  <a:rPr lang="en-US" dirty="0"/>
                  <a:t>Yb/Sr (tau= 1273):   5.5782E-17 </a:t>
                </a:r>
              </a:p>
              <a:p>
                <a:r>
                  <a:rPr lang="en-US" dirty="0"/>
                  <a:t>Al+/Yb (tau= 1515): 6.6042E-18</a:t>
                </a:r>
                <a:endParaRPr lang="en-US" dirty="0"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EC7AEA68-81F0-739B-5E1E-B1126F62B5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697143" y="1458276"/>
                <a:ext cx="10753493" cy="4832564"/>
              </a:xfrm>
              <a:blipFill>
                <a:blip r:embed="rId4"/>
                <a:stretch>
                  <a:fillRect l="-1179" t="-2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41A00459-70C8-4F8D-8BC9-C5676FD19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Interpolation via Kalman smoothing</a:t>
            </a:r>
          </a:p>
        </p:txBody>
      </p:sp>
    </p:spTree>
    <p:extLst>
      <p:ext uri="{BB962C8B-B14F-4D97-AF65-F5344CB8AC3E}">
        <p14:creationId xmlns:p14="http://schemas.microsoft.com/office/powerpoint/2010/main" val="34077039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3A9F6-8EEC-E833-78E1-344F35EC4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82A02C70-45D9-03ED-70E3-538A9E156160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B61572-57DD-78A9-4A94-7A0367C2681F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F3CA10-48AD-2CE0-2A13-A16BF0A67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Other interpolation techniques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AFEC44-9D36-FC4D-A477-9DB797D030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726" y="1270771"/>
            <a:ext cx="6566970" cy="24888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6C5BEA-47DF-E13F-EE53-F6AFADD579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284" y="3874116"/>
            <a:ext cx="5769279" cy="25738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09FC0F-5971-4888-F344-8CC172201B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7829" y="2515216"/>
            <a:ext cx="3594100" cy="271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41438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ist-overview-April-2025" id="{3FD42FA7-584E-8D48-88DF-EC9DE5878FD6}" vid="{C5EC2AA1-3D81-D24C-95C3-0CDF651FB3C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B36DDC62D2E614B8349009FA2B533FE" ma:contentTypeVersion="4" ma:contentTypeDescription="Create a new document." ma:contentTypeScope="" ma:versionID="18725572ae5737337d1ea29df23a8a8f">
  <xsd:schema xmlns:xsd="http://www.w3.org/2001/XMLSchema" xmlns:xs="http://www.w3.org/2001/XMLSchema" xmlns:p="http://schemas.microsoft.com/office/2006/metadata/properties" xmlns:ns2="e2356c7f-9a1b-41db-8d89-51bb5d8463d9" xmlns:ns3="01fcfbda-9643-476e-88fb-ce7a1280f67e" targetNamespace="http://schemas.microsoft.com/office/2006/metadata/properties" ma:root="true" ma:fieldsID="b7bb254471d871a85256d5242377c131" ns2:_="" ns3:_="">
    <xsd:import namespace="e2356c7f-9a1b-41db-8d89-51bb5d8463d9"/>
    <xsd:import namespace="01fcfbda-9643-476e-88fb-ce7a1280f67e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356c7f-9a1b-41db-8d89-51bb5d8463d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fcfbda-9643-476e-88fb-ce7a1280f67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300138A-D0B6-4BD3-A39F-6BE448948C56}">
  <ds:schemaRefs>
    <ds:schemaRef ds:uri="http://purl.org/dc/dcmitype/"/>
    <ds:schemaRef ds:uri="http://schemas.microsoft.com/office/2006/documentManagement/types"/>
    <ds:schemaRef ds:uri="http://purl.org/dc/elements/1.1/"/>
    <ds:schemaRef ds:uri="http://purl.org/dc/terms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01fcfbda-9643-476e-88fb-ce7a1280f67e"/>
    <ds:schemaRef ds:uri="http://schemas.openxmlformats.org/package/2006/metadata/core-properties"/>
    <ds:schemaRef ds:uri="e2356c7f-9a1b-41db-8d89-51bb5d8463d9"/>
  </ds:schemaRefs>
</ds:datastoreItem>
</file>

<file path=customXml/itemProps2.xml><?xml version="1.0" encoding="utf-8"?>
<ds:datastoreItem xmlns:ds="http://schemas.openxmlformats.org/officeDocument/2006/customXml" ds:itemID="{2153DE5F-7153-4DC3-AEDE-BDC2BC789C8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2356c7f-9a1b-41db-8d89-51bb5d8463d9"/>
    <ds:schemaRef ds:uri="01fcfbda-9643-476e-88fb-ce7a1280f6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F4A7EDE-2846-4720-9905-EF57A5C0C3A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16033</TotalTime>
  <Words>796</Words>
  <Application>Microsoft Macintosh PowerPoint</Application>
  <PresentationFormat>Widescreen</PresentationFormat>
  <Paragraphs>147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Century Gothic</vt:lpstr>
      <vt:lpstr>Wingdings</vt:lpstr>
      <vt:lpstr>Office Theme</vt:lpstr>
      <vt:lpstr>Interpolation for the alignment of Clock Frequency Data</vt:lpstr>
      <vt:lpstr>Visualize missingness in comb data</vt:lpstr>
      <vt:lpstr>Visualize missingness in shift data</vt:lpstr>
      <vt:lpstr>Summary of “not good” shift data </vt:lpstr>
      <vt:lpstr>Determining an overlapping window of observations</vt:lpstr>
      <vt:lpstr>Overlapping window of observations</vt:lpstr>
      <vt:lpstr>Comparing MDJ for comb and shift data</vt:lpstr>
      <vt:lpstr>Comparing MDJ for comb and shift data</vt:lpstr>
      <vt:lpstr>Re-index shift data to match comb MJD</vt:lpstr>
      <vt:lpstr>Time-based linear interpolation</vt:lpstr>
      <vt:lpstr>Time-based linear interpolation</vt:lpstr>
      <vt:lpstr>Time-based linear interpolation</vt:lpstr>
      <vt:lpstr>Interpolation via Kalman smoothing</vt:lpstr>
      <vt:lpstr>Interpolation via Kalman smoothing</vt:lpstr>
      <vt:lpstr>Interpolation via Kalman smoothing</vt:lpstr>
      <vt:lpstr>Interpolation via Kalman smoothing</vt:lpstr>
      <vt:lpstr>Other interpolation techniques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Hanacek, Natasha C. (Fed)</dc:creator>
  <cp:lastModifiedBy>Thornton, Suzanne M. (Assoc)</cp:lastModifiedBy>
  <cp:revision>162</cp:revision>
  <dcterms:created xsi:type="dcterms:W3CDTF">2018-05-08T12:44:50Z</dcterms:created>
  <dcterms:modified xsi:type="dcterms:W3CDTF">2026-01-16T19:13:30Z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0x0101007B36DDC62D2E614B8349009FA2B533FE</vt:lpwstr>
  </property>
</Properties>
</file>